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0" r:id="rId8"/>
    <p:sldId id="262" r:id="rId9"/>
    <p:sldId id="263" r:id="rId10"/>
    <p:sldId id="264" r:id="rId11"/>
    <p:sldId id="271" r:id="rId12"/>
    <p:sldId id="265" r:id="rId13"/>
    <p:sldId id="272" r:id="rId14"/>
    <p:sldId id="266" r:id="rId15"/>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BD439D-E3C9-4C79-A3AB-C10D9353CCF4}"/>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17F25C7A-9138-4352-8B6A-C4E2841438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A3703B98-C77B-458B-93E9-7017C862D1D1}"/>
              </a:ext>
            </a:extLst>
          </p:cNvPr>
          <p:cNvSpPr>
            <a:spLocks noGrp="1"/>
          </p:cNvSpPr>
          <p:nvPr>
            <p:ph type="dt" sz="half" idx="10"/>
          </p:nvPr>
        </p:nvSpPr>
        <p:spPr/>
        <p:txBody>
          <a:bodyPr/>
          <a:lstStyle/>
          <a:p>
            <a:fld id="{9E9234C5-3FA5-4458-8BDB-B3AC2ADD1C4F}" type="datetimeFigureOut">
              <a:rPr lang="pt-BR" smtClean="0"/>
              <a:t>20/05/2022</a:t>
            </a:fld>
            <a:endParaRPr lang="pt-BR"/>
          </a:p>
        </p:txBody>
      </p:sp>
      <p:sp>
        <p:nvSpPr>
          <p:cNvPr id="5" name="Espaço Reservado para Rodapé 4">
            <a:extLst>
              <a:ext uri="{FF2B5EF4-FFF2-40B4-BE49-F238E27FC236}">
                <a16:creationId xmlns:a16="http://schemas.microsoft.com/office/drawing/2014/main" id="{531E66A8-F164-4DE2-8126-58D60D4333C2}"/>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1D86954-7A08-49C9-95E0-3674E6285B3A}"/>
              </a:ext>
            </a:extLst>
          </p:cNvPr>
          <p:cNvSpPr>
            <a:spLocks noGrp="1"/>
          </p:cNvSpPr>
          <p:nvPr>
            <p:ph type="sldNum" sz="quarter" idx="12"/>
          </p:nvPr>
        </p:nvSpPr>
        <p:spPr/>
        <p:txBody>
          <a:bodyPr/>
          <a:lstStyle/>
          <a:p>
            <a:fld id="{6B843D01-03CA-4637-8570-79DB45AB6A8F}" type="slidenum">
              <a:rPr lang="pt-BR" smtClean="0"/>
              <a:t>‹nº›</a:t>
            </a:fld>
            <a:endParaRPr lang="pt-BR"/>
          </a:p>
        </p:txBody>
      </p:sp>
    </p:spTree>
    <p:extLst>
      <p:ext uri="{BB962C8B-B14F-4D97-AF65-F5344CB8AC3E}">
        <p14:creationId xmlns:p14="http://schemas.microsoft.com/office/powerpoint/2010/main" val="1523805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C09CDF-761A-458C-8F0D-C0B77938A23B}"/>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07341A5E-EB5B-499B-B28E-E8796FC91517}"/>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B1B06A35-B392-486D-932C-61F49DF6FFF4}"/>
              </a:ext>
            </a:extLst>
          </p:cNvPr>
          <p:cNvSpPr>
            <a:spLocks noGrp="1"/>
          </p:cNvSpPr>
          <p:nvPr>
            <p:ph type="dt" sz="half" idx="10"/>
          </p:nvPr>
        </p:nvSpPr>
        <p:spPr/>
        <p:txBody>
          <a:bodyPr/>
          <a:lstStyle/>
          <a:p>
            <a:fld id="{9E9234C5-3FA5-4458-8BDB-B3AC2ADD1C4F}" type="datetimeFigureOut">
              <a:rPr lang="pt-BR" smtClean="0"/>
              <a:t>20/05/2022</a:t>
            </a:fld>
            <a:endParaRPr lang="pt-BR"/>
          </a:p>
        </p:txBody>
      </p:sp>
      <p:sp>
        <p:nvSpPr>
          <p:cNvPr id="5" name="Espaço Reservado para Rodapé 4">
            <a:extLst>
              <a:ext uri="{FF2B5EF4-FFF2-40B4-BE49-F238E27FC236}">
                <a16:creationId xmlns:a16="http://schemas.microsoft.com/office/drawing/2014/main" id="{0AB4832D-ADBA-4E72-AD49-F25D4F58E46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DE1E1C57-9259-4740-A52C-06D2DC6DD459}"/>
              </a:ext>
            </a:extLst>
          </p:cNvPr>
          <p:cNvSpPr>
            <a:spLocks noGrp="1"/>
          </p:cNvSpPr>
          <p:nvPr>
            <p:ph type="sldNum" sz="quarter" idx="12"/>
          </p:nvPr>
        </p:nvSpPr>
        <p:spPr/>
        <p:txBody>
          <a:bodyPr/>
          <a:lstStyle/>
          <a:p>
            <a:fld id="{6B843D01-03CA-4637-8570-79DB45AB6A8F}" type="slidenum">
              <a:rPr lang="pt-BR" smtClean="0"/>
              <a:t>‹nº›</a:t>
            </a:fld>
            <a:endParaRPr lang="pt-BR"/>
          </a:p>
        </p:txBody>
      </p:sp>
    </p:spTree>
    <p:extLst>
      <p:ext uri="{BB962C8B-B14F-4D97-AF65-F5344CB8AC3E}">
        <p14:creationId xmlns:p14="http://schemas.microsoft.com/office/powerpoint/2010/main" val="445705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39602A-4B32-4092-AFF6-7C944392D2C0}"/>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3048BCC7-C073-4997-9BC3-7C6057A819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E61922DA-4EE0-4A44-A458-57B3D6B6D57F}"/>
              </a:ext>
            </a:extLst>
          </p:cNvPr>
          <p:cNvSpPr>
            <a:spLocks noGrp="1"/>
          </p:cNvSpPr>
          <p:nvPr>
            <p:ph type="dt" sz="half" idx="10"/>
          </p:nvPr>
        </p:nvSpPr>
        <p:spPr/>
        <p:txBody>
          <a:bodyPr/>
          <a:lstStyle/>
          <a:p>
            <a:fld id="{9E9234C5-3FA5-4458-8BDB-B3AC2ADD1C4F}" type="datetimeFigureOut">
              <a:rPr lang="pt-BR" smtClean="0"/>
              <a:t>20/05/2022</a:t>
            </a:fld>
            <a:endParaRPr lang="pt-BR"/>
          </a:p>
        </p:txBody>
      </p:sp>
      <p:sp>
        <p:nvSpPr>
          <p:cNvPr id="5" name="Espaço Reservado para Rodapé 4">
            <a:extLst>
              <a:ext uri="{FF2B5EF4-FFF2-40B4-BE49-F238E27FC236}">
                <a16:creationId xmlns:a16="http://schemas.microsoft.com/office/drawing/2014/main" id="{18E3ED70-C4E0-4451-8000-90E483054D4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D951796E-9A3C-48FF-A04C-E78FA3B055DC}"/>
              </a:ext>
            </a:extLst>
          </p:cNvPr>
          <p:cNvSpPr>
            <a:spLocks noGrp="1"/>
          </p:cNvSpPr>
          <p:nvPr>
            <p:ph type="sldNum" sz="quarter" idx="12"/>
          </p:nvPr>
        </p:nvSpPr>
        <p:spPr/>
        <p:txBody>
          <a:bodyPr/>
          <a:lstStyle/>
          <a:p>
            <a:fld id="{6B843D01-03CA-4637-8570-79DB45AB6A8F}" type="slidenum">
              <a:rPr lang="pt-BR" smtClean="0"/>
              <a:t>‹nº›</a:t>
            </a:fld>
            <a:endParaRPr lang="pt-BR"/>
          </a:p>
        </p:txBody>
      </p:sp>
    </p:spTree>
    <p:extLst>
      <p:ext uri="{BB962C8B-B14F-4D97-AF65-F5344CB8AC3E}">
        <p14:creationId xmlns:p14="http://schemas.microsoft.com/office/powerpoint/2010/main" val="2317622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2DAF6B-23AF-47D4-9C6D-9525A874A125}"/>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0B76D9C7-6420-4155-BBFF-309116551431}"/>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8EFE6829-3952-4D9E-80FD-1C294BB6FD0A}"/>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EE45C0D5-7AAA-42F6-8318-C18E897E179B}"/>
              </a:ext>
            </a:extLst>
          </p:cNvPr>
          <p:cNvSpPr>
            <a:spLocks noGrp="1"/>
          </p:cNvSpPr>
          <p:nvPr>
            <p:ph type="dt" sz="half" idx="10"/>
          </p:nvPr>
        </p:nvSpPr>
        <p:spPr/>
        <p:txBody>
          <a:bodyPr/>
          <a:lstStyle/>
          <a:p>
            <a:fld id="{9E9234C5-3FA5-4458-8BDB-B3AC2ADD1C4F}" type="datetimeFigureOut">
              <a:rPr lang="pt-BR" smtClean="0"/>
              <a:t>20/05/2022</a:t>
            </a:fld>
            <a:endParaRPr lang="pt-BR"/>
          </a:p>
        </p:txBody>
      </p:sp>
      <p:sp>
        <p:nvSpPr>
          <p:cNvPr id="6" name="Espaço Reservado para Rodapé 5">
            <a:extLst>
              <a:ext uri="{FF2B5EF4-FFF2-40B4-BE49-F238E27FC236}">
                <a16:creationId xmlns:a16="http://schemas.microsoft.com/office/drawing/2014/main" id="{48F1ECF4-9E23-403F-9D7E-2B535EA74641}"/>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B1F1B411-F6B4-420C-A182-F1956BE13DE6}"/>
              </a:ext>
            </a:extLst>
          </p:cNvPr>
          <p:cNvSpPr>
            <a:spLocks noGrp="1"/>
          </p:cNvSpPr>
          <p:nvPr>
            <p:ph type="sldNum" sz="quarter" idx="12"/>
          </p:nvPr>
        </p:nvSpPr>
        <p:spPr/>
        <p:txBody>
          <a:bodyPr/>
          <a:lstStyle/>
          <a:p>
            <a:fld id="{6B843D01-03CA-4637-8570-79DB45AB6A8F}" type="slidenum">
              <a:rPr lang="pt-BR" smtClean="0"/>
              <a:t>‹nº›</a:t>
            </a:fld>
            <a:endParaRPr lang="pt-BR"/>
          </a:p>
        </p:txBody>
      </p:sp>
    </p:spTree>
    <p:extLst>
      <p:ext uri="{BB962C8B-B14F-4D97-AF65-F5344CB8AC3E}">
        <p14:creationId xmlns:p14="http://schemas.microsoft.com/office/powerpoint/2010/main" val="2503535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95E02B-E654-4A54-9BC7-002B3DDD28FE}"/>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F196A1AF-68F2-422F-94EE-B8BE512D28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954A93B3-9AA2-4173-91E5-C9EC4641D96F}"/>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C5DC82EC-08C4-4B10-ACED-A336CFD520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CDD0AF5A-1D26-4BE4-BB03-7F1DF2C66A3C}"/>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B553035E-B657-49B5-838B-B07A401FAFB2}"/>
              </a:ext>
            </a:extLst>
          </p:cNvPr>
          <p:cNvSpPr>
            <a:spLocks noGrp="1"/>
          </p:cNvSpPr>
          <p:nvPr>
            <p:ph type="dt" sz="half" idx="10"/>
          </p:nvPr>
        </p:nvSpPr>
        <p:spPr/>
        <p:txBody>
          <a:bodyPr/>
          <a:lstStyle/>
          <a:p>
            <a:fld id="{9E9234C5-3FA5-4458-8BDB-B3AC2ADD1C4F}" type="datetimeFigureOut">
              <a:rPr lang="pt-BR" smtClean="0"/>
              <a:t>20/05/2022</a:t>
            </a:fld>
            <a:endParaRPr lang="pt-BR"/>
          </a:p>
        </p:txBody>
      </p:sp>
      <p:sp>
        <p:nvSpPr>
          <p:cNvPr id="8" name="Espaço Reservado para Rodapé 7">
            <a:extLst>
              <a:ext uri="{FF2B5EF4-FFF2-40B4-BE49-F238E27FC236}">
                <a16:creationId xmlns:a16="http://schemas.microsoft.com/office/drawing/2014/main" id="{9EC07CFB-774E-4617-84DA-7E828D9B7F4D}"/>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DF0DA82E-68C9-464B-8E56-684819D5199A}"/>
              </a:ext>
            </a:extLst>
          </p:cNvPr>
          <p:cNvSpPr>
            <a:spLocks noGrp="1"/>
          </p:cNvSpPr>
          <p:nvPr>
            <p:ph type="sldNum" sz="quarter" idx="12"/>
          </p:nvPr>
        </p:nvSpPr>
        <p:spPr/>
        <p:txBody>
          <a:bodyPr/>
          <a:lstStyle/>
          <a:p>
            <a:fld id="{6B843D01-03CA-4637-8570-79DB45AB6A8F}" type="slidenum">
              <a:rPr lang="pt-BR" smtClean="0"/>
              <a:t>‹nº›</a:t>
            </a:fld>
            <a:endParaRPr lang="pt-BR"/>
          </a:p>
        </p:txBody>
      </p:sp>
    </p:spTree>
    <p:extLst>
      <p:ext uri="{BB962C8B-B14F-4D97-AF65-F5344CB8AC3E}">
        <p14:creationId xmlns:p14="http://schemas.microsoft.com/office/powerpoint/2010/main" val="835693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16CC24-8B67-434A-A6B8-211290F96BAB}"/>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3543D264-DF45-4F90-9354-23E9C5200F0D}"/>
              </a:ext>
            </a:extLst>
          </p:cNvPr>
          <p:cNvSpPr>
            <a:spLocks noGrp="1"/>
          </p:cNvSpPr>
          <p:nvPr>
            <p:ph type="dt" sz="half" idx="10"/>
          </p:nvPr>
        </p:nvSpPr>
        <p:spPr/>
        <p:txBody>
          <a:bodyPr/>
          <a:lstStyle/>
          <a:p>
            <a:fld id="{9E9234C5-3FA5-4458-8BDB-B3AC2ADD1C4F}" type="datetimeFigureOut">
              <a:rPr lang="pt-BR" smtClean="0"/>
              <a:t>20/05/2022</a:t>
            </a:fld>
            <a:endParaRPr lang="pt-BR"/>
          </a:p>
        </p:txBody>
      </p:sp>
      <p:sp>
        <p:nvSpPr>
          <p:cNvPr id="4" name="Espaço Reservado para Rodapé 3">
            <a:extLst>
              <a:ext uri="{FF2B5EF4-FFF2-40B4-BE49-F238E27FC236}">
                <a16:creationId xmlns:a16="http://schemas.microsoft.com/office/drawing/2014/main" id="{325CC6C2-5741-4BAF-86F5-D498145E6A4B}"/>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5846A47B-1FEB-4BB1-8E45-11FCD9609FB9}"/>
              </a:ext>
            </a:extLst>
          </p:cNvPr>
          <p:cNvSpPr>
            <a:spLocks noGrp="1"/>
          </p:cNvSpPr>
          <p:nvPr>
            <p:ph type="sldNum" sz="quarter" idx="12"/>
          </p:nvPr>
        </p:nvSpPr>
        <p:spPr/>
        <p:txBody>
          <a:bodyPr/>
          <a:lstStyle/>
          <a:p>
            <a:fld id="{6B843D01-03CA-4637-8570-79DB45AB6A8F}" type="slidenum">
              <a:rPr lang="pt-BR" smtClean="0"/>
              <a:t>‹nº›</a:t>
            </a:fld>
            <a:endParaRPr lang="pt-BR"/>
          </a:p>
        </p:txBody>
      </p:sp>
    </p:spTree>
    <p:extLst>
      <p:ext uri="{BB962C8B-B14F-4D97-AF65-F5344CB8AC3E}">
        <p14:creationId xmlns:p14="http://schemas.microsoft.com/office/powerpoint/2010/main" val="3508626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67CD0798-F7CE-45B6-B163-3A71DB0F5F30}"/>
              </a:ext>
            </a:extLst>
          </p:cNvPr>
          <p:cNvSpPr>
            <a:spLocks noGrp="1"/>
          </p:cNvSpPr>
          <p:nvPr>
            <p:ph type="dt" sz="half" idx="10"/>
          </p:nvPr>
        </p:nvSpPr>
        <p:spPr/>
        <p:txBody>
          <a:bodyPr/>
          <a:lstStyle/>
          <a:p>
            <a:fld id="{9E9234C5-3FA5-4458-8BDB-B3AC2ADD1C4F}" type="datetimeFigureOut">
              <a:rPr lang="pt-BR" smtClean="0"/>
              <a:t>20/05/2022</a:t>
            </a:fld>
            <a:endParaRPr lang="pt-BR"/>
          </a:p>
        </p:txBody>
      </p:sp>
      <p:sp>
        <p:nvSpPr>
          <p:cNvPr id="3" name="Espaço Reservado para Rodapé 2">
            <a:extLst>
              <a:ext uri="{FF2B5EF4-FFF2-40B4-BE49-F238E27FC236}">
                <a16:creationId xmlns:a16="http://schemas.microsoft.com/office/drawing/2014/main" id="{80784481-A28E-4AA0-ABA0-E7B504079DC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770C959D-3578-4957-8C52-4CBD7A651823}"/>
              </a:ext>
            </a:extLst>
          </p:cNvPr>
          <p:cNvSpPr>
            <a:spLocks noGrp="1"/>
          </p:cNvSpPr>
          <p:nvPr>
            <p:ph type="sldNum" sz="quarter" idx="12"/>
          </p:nvPr>
        </p:nvSpPr>
        <p:spPr/>
        <p:txBody>
          <a:bodyPr/>
          <a:lstStyle/>
          <a:p>
            <a:fld id="{6B843D01-03CA-4637-8570-79DB45AB6A8F}" type="slidenum">
              <a:rPr lang="pt-BR" smtClean="0"/>
              <a:t>‹nº›</a:t>
            </a:fld>
            <a:endParaRPr lang="pt-BR"/>
          </a:p>
        </p:txBody>
      </p:sp>
    </p:spTree>
    <p:extLst>
      <p:ext uri="{BB962C8B-B14F-4D97-AF65-F5344CB8AC3E}">
        <p14:creationId xmlns:p14="http://schemas.microsoft.com/office/powerpoint/2010/main" val="3459274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564923-61EB-40F5-B321-00A18D18D267}"/>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0587FED3-E8ED-4B94-98F4-9AF3582D5E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272B73A6-9F59-4241-95D0-36DFD42FCD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87B7130D-22C0-4FF0-8AF5-625997A283AA}"/>
              </a:ext>
            </a:extLst>
          </p:cNvPr>
          <p:cNvSpPr>
            <a:spLocks noGrp="1"/>
          </p:cNvSpPr>
          <p:nvPr>
            <p:ph type="dt" sz="half" idx="10"/>
          </p:nvPr>
        </p:nvSpPr>
        <p:spPr/>
        <p:txBody>
          <a:bodyPr/>
          <a:lstStyle/>
          <a:p>
            <a:fld id="{9E9234C5-3FA5-4458-8BDB-B3AC2ADD1C4F}" type="datetimeFigureOut">
              <a:rPr lang="pt-BR" smtClean="0"/>
              <a:t>20/05/2022</a:t>
            </a:fld>
            <a:endParaRPr lang="pt-BR"/>
          </a:p>
        </p:txBody>
      </p:sp>
      <p:sp>
        <p:nvSpPr>
          <p:cNvPr id="6" name="Espaço Reservado para Rodapé 5">
            <a:extLst>
              <a:ext uri="{FF2B5EF4-FFF2-40B4-BE49-F238E27FC236}">
                <a16:creationId xmlns:a16="http://schemas.microsoft.com/office/drawing/2014/main" id="{15566ED3-D5AD-410F-BAED-8AE3A029CEB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DA506D71-1B13-490B-A58A-0B5FE7E43B6F}"/>
              </a:ext>
            </a:extLst>
          </p:cNvPr>
          <p:cNvSpPr>
            <a:spLocks noGrp="1"/>
          </p:cNvSpPr>
          <p:nvPr>
            <p:ph type="sldNum" sz="quarter" idx="12"/>
          </p:nvPr>
        </p:nvSpPr>
        <p:spPr/>
        <p:txBody>
          <a:bodyPr/>
          <a:lstStyle/>
          <a:p>
            <a:fld id="{6B843D01-03CA-4637-8570-79DB45AB6A8F}" type="slidenum">
              <a:rPr lang="pt-BR" smtClean="0"/>
              <a:t>‹nº›</a:t>
            </a:fld>
            <a:endParaRPr lang="pt-BR"/>
          </a:p>
        </p:txBody>
      </p:sp>
    </p:spTree>
    <p:extLst>
      <p:ext uri="{BB962C8B-B14F-4D97-AF65-F5344CB8AC3E}">
        <p14:creationId xmlns:p14="http://schemas.microsoft.com/office/powerpoint/2010/main" val="885819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231E70-54F1-4850-8391-56620CC85EC8}"/>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29D074C8-A4E4-4399-A08D-4FE43B0172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33EE4E96-B87C-4B3F-ACE4-4B15C440D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435E299C-1385-4783-B7C1-BCB112612624}"/>
              </a:ext>
            </a:extLst>
          </p:cNvPr>
          <p:cNvSpPr>
            <a:spLocks noGrp="1"/>
          </p:cNvSpPr>
          <p:nvPr>
            <p:ph type="dt" sz="half" idx="10"/>
          </p:nvPr>
        </p:nvSpPr>
        <p:spPr/>
        <p:txBody>
          <a:bodyPr/>
          <a:lstStyle/>
          <a:p>
            <a:fld id="{9E9234C5-3FA5-4458-8BDB-B3AC2ADD1C4F}" type="datetimeFigureOut">
              <a:rPr lang="pt-BR" smtClean="0"/>
              <a:t>20/05/2022</a:t>
            </a:fld>
            <a:endParaRPr lang="pt-BR"/>
          </a:p>
        </p:txBody>
      </p:sp>
      <p:sp>
        <p:nvSpPr>
          <p:cNvPr id="6" name="Espaço Reservado para Rodapé 5">
            <a:extLst>
              <a:ext uri="{FF2B5EF4-FFF2-40B4-BE49-F238E27FC236}">
                <a16:creationId xmlns:a16="http://schemas.microsoft.com/office/drawing/2014/main" id="{DEA344BC-6D4D-4142-BFEC-508BAB30EC01}"/>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C334909A-4C62-45F8-90BE-99B9E9A90394}"/>
              </a:ext>
            </a:extLst>
          </p:cNvPr>
          <p:cNvSpPr>
            <a:spLocks noGrp="1"/>
          </p:cNvSpPr>
          <p:nvPr>
            <p:ph type="sldNum" sz="quarter" idx="12"/>
          </p:nvPr>
        </p:nvSpPr>
        <p:spPr/>
        <p:txBody>
          <a:bodyPr/>
          <a:lstStyle/>
          <a:p>
            <a:fld id="{6B843D01-03CA-4637-8570-79DB45AB6A8F}" type="slidenum">
              <a:rPr lang="pt-BR" smtClean="0"/>
              <a:t>‹nº›</a:t>
            </a:fld>
            <a:endParaRPr lang="pt-BR"/>
          </a:p>
        </p:txBody>
      </p:sp>
    </p:spTree>
    <p:extLst>
      <p:ext uri="{BB962C8B-B14F-4D97-AF65-F5344CB8AC3E}">
        <p14:creationId xmlns:p14="http://schemas.microsoft.com/office/powerpoint/2010/main" val="328544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AE6A30-2891-4428-8403-DFE3B90CE0CD}"/>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D9BAC11D-CD8C-4D20-8051-6FF3557CBD1C}"/>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294262E-965E-4F7D-81CC-03328B22C09F}"/>
              </a:ext>
            </a:extLst>
          </p:cNvPr>
          <p:cNvSpPr>
            <a:spLocks noGrp="1"/>
          </p:cNvSpPr>
          <p:nvPr>
            <p:ph type="dt" sz="half" idx="10"/>
          </p:nvPr>
        </p:nvSpPr>
        <p:spPr/>
        <p:txBody>
          <a:bodyPr/>
          <a:lstStyle/>
          <a:p>
            <a:fld id="{9E9234C5-3FA5-4458-8BDB-B3AC2ADD1C4F}" type="datetimeFigureOut">
              <a:rPr lang="pt-BR" smtClean="0"/>
              <a:t>20/05/2022</a:t>
            </a:fld>
            <a:endParaRPr lang="pt-BR"/>
          </a:p>
        </p:txBody>
      </p:sp>
      <p:sp>
        <p:nvSpPr>
          <p:cNvPr id="5" name="Espaço Reservado para Rodapé 4">
            <a:extLst>
              <a:ext uri="{FF2B5EF4-FFF2-40B4-BE49-F238E27FC236}">
                <a16:creationId xmlns:a16="http://schemas.microsoft.com/office/drawing/2014/main" id="{2875EB68-FB25-4C19-98F8-A27F20B2EFF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B861194-2CED-49C7-A833-1B7D74A80F3A}"/>
              </a:ext>
            </a:extLst>
          </p:cNvPr>
          <p:cNvSpPr>
            <a:spLocks noGrp="1"/>
          </p:cNvSpPr>
          <p:nvPr>
            <p:ph type="sldNum" sz="quarter" idx="12"/>
          </p:nvPr>
        </p:nvSpPr>
        <p:spPr/>
        <p:txBody>
          <a:bodyPr/>
          <a:lstStyle/>
          <a:p>
            <a:fld id="{6B843D01-03CA-4637-8570-79DB45AB6A8F}" type="slidenum">
              <a:rPr lang="pt-BR" smtClean="0"/>
              <a:t>‹nº›</a:t>
            </a:fld>
            <a:endParaRPr lang="pt-BR"/>
          </a:p>
        </p:txBody>
      </p:sp>
    </p:spTree>
    <p:extLst>
      <p:ext uri="{BB962C8B-B14F-4D97-AF65-F5344CB8AC3E}">
        <p14:creationId xmlns:p14="http://schemas.microsoft.com/office/powerpoint/2010/main" val="2379753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C0EEC40-3DFD-4E4A-884A-BD339570D640}"/>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DAF1564A-DAA7-429B-BD12-666FBFA3E521}"/>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76A122E-55B7-4DD7-824C-DA7BEC1491E3}"/>
              </a:ext>
            </a:extLst>
          </p:cNvPr>
          <p:cNvSpPr>
            <a:spLocks noGrp="1"/>
          </p:cNvSpPr>
          <p:nvPr>
            <p:ph type="dt" sz="half" idx="10"/>
          </p:nvPr>
        </p:nvSpPr>
        <p:spPr/>
        <p:txBody>
          <a:bodyPr/>
          <a:lstStyle/>
          <a:p>
            <a:fld id="{9E9234C5-3FA5-4458-8BDB-B3AC2ADD1C4F}" type="datetimeFigureOut">
              <a:rPr lang="pt-BR" smtClean="0"/>
              <a:t>20/05/2022</a:t>
            </a:fld>
            <a:endParaRPr lang="pt-BR"/>
          </a:p>
        </p:txBody>
      </p:sp>
      <p:sp>
        <p:nvSpPr>
          <p:cNvPr id="5" name="Espaço Reservado para Rodapé 4">
            <a:extLst>
              <a:ext uri="{FF2B5EF4-FFF2-40B4-BE49-F238E27FC236}">
                <a16:creationId xmlns:a16="http://schemas.microsoft.com/office/drawing/2014/main" id="{1380B62F-FEDD-418A-AC89-F2379E4E2E3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EE7C831E-1634-43EF-9FDA-F084ECB6DB15}"/>
              </a:ext>
            </a:extLst>
          </p:cNvPr>
          <p:cNvSpPr>
            <a:spLocks noGrp="1"/>
          </p:cNvSpPr>
          <p:nvPr>
            <p:ph type="sldNum" sz="quarter" idx="12"/>
          </p:nvPr>
        </p:nvSpPr>
        <p:spPr/>
        <p:txBody>
          <a:bodyPr/>
          <a:lstStyle/>
          <a:p>
            <a:fld id="{6B843D01-03CA-4637-8570-79DB45AB6A8F}" type="slidenum">
              <a:rPr lang="pt-BR" smtClean="0"/>
              <a:t>‹nº›</a:t>
            </a:fld>
            <a:endParaRPr lang="pt-BR"/>
          </a:p>
        </p:txBody>
      </p:sp>
    </p:spTree>
    <p:extLst>
      <p:ext uri="{BB962C8B-B14F-4D97-AF65-F5344CB8AC3E}">
        <p14:creationId xmlns:p14="http://schemas.microsoft.com/office/powerpoint/2010/main" val="40235737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A59F67D7-05DC-496D-9697-C3A5D07488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E8F27B07-0A3E-494E-8B54-09C06C9EB7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1A19BB9-2627-4977-8928-5CDDC00CEB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9234C5-3FA5-4458-8BDB-B3AC2ADD1C4F}" type="datetimeFigureOut">
              <a:rPr lang="pt-BR" smtClean="0"/>
              <a:t>20/05/2022</a:t>
            </a:fld>
            <a:endParaRPr lang="pt-BR"/>
          </a:p>
        </p:txBody>
      </p:sp>
      <p:sp>
        <p:nvSpPr>
          <p:cNvPr id="5" name="Espaço Reservado para Rodapé 4">
            <a:extLst>
              <a:ext uri="{FF2B5EF4-FFF2-40B4-BE49-F238E27FC236}">
                <a16:creationId xmlns:a16="http://schemas.microsoft.com/office/drawing/2014/main" id="{256316C1-A3B5-41D8-BA84-513653412D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B663A870-B9DD-4F3F-AB18-CEB1E52F1A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843D01-03CA-4637-8570-79DB45AB6A8F}" type="slidenum">
              <a:rPr lang="pt-BR" smtClean="0"/>
              <a:t>‹nº›</a:t>
            </a:fld>
            <a:endParaRPr lang="pt-BR"/>
          </a:p>
        </p:txBody>
      </p:sp>
    </p:spTree>
    <p:extLst>
      <p:ext uri="{BB962C8B-B14F-4D97-AF65-F5344CB8AC3E}">
        <p14:creationId xmlns:p14="http://schemas.microsoft.com/office/powerpoint/2010/main" val="4360399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www.gov.br/saude/pt-br/assuntos/saude-de-a-a-z/s/sus-estrutura-principios-e-como-funciona#:~:text=O%20Sistema%20%C3%9Anico%20de%20Sa%C3%BAde%20(SUS)%20%C3%A9%20um%20dos%20maiores,toda%20a%20popula%C3%A7%C3%A3o%20do%20pa%C3%ADs"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educacao.uol.com.br/disciplinas/cidadania/eleicoes-no-brasil-a-historia-do-voto-no-brasil.htm?cmpid=copiaecola" TargetMode="External"/><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hyperlink" Target="https://blog.explicae.com.br/educacao/importancia-voto"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www.gov.br/pt-br/noticias/saude-e-vigilancia-sanitaria/2021/11/governo-federal-reforca-importancia-da-doacao-de-sangue#:~:text=O%20sangue%20doado%20%C3%A9%20utilizado,de%20urg%C3%AAncias%2C%20emerg%C3%AAncias%20e%20calamidades" TargetMode="External"/><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hyperlink" Target="https://www.cellerafarma.com.br/bem-estar/conheca-alguns-beneficios-para-quem-e-doador-de-sangue"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85C2FD-2483-4722-87E3-660905D98AB6}"/>
              </a:ext>
            </a:extLst>
          </p:cNvPr>
          <p:cNvSpPr>
            <a:spLocks noGrp="1"/>
          </p:cNvSpPr>
          <p:nvPr>
            <p:ph type="ctrTitle"/>
          </p:nvPr>
        </p:nvSpPr>
        <p:spPr/>
        <p:txBody>
          <a:bodyPr/>
          <a:lstStyle/>
          <a:p>
            <a:endParaRPr lang="pt-BR"/>
          </a:p>
        </p:txBody>
      </p:sp>
      <p:sp>
        <p:nvSpPr>
          <p:cNvPr id="3" name="Subtítulo 2">
            <a:extLst>
              <a:ext uri="{FF2B5EF4-FFF2-40B4-BE49-F238E27FC236}">
                <a16:creationId xmlns:a16="http://schemas.microsoft.com/office/drawing/2014/main" id="{F161CBB0-B8D0-4FDF-946E-DB8433784399}"/>
              </a:ext>
            </a:extLst>
          </p:cNvPr>
          <p:cNvSpPr>
            <a:spLocks noGrp="1"/>
          </p:cNvSpPr>
          <p:nvPr>
            <p:ph type="subTitle" idx="1"/>
          </p:nvPr>
        </p:nvSpPr>
        <p:spPr/>
        <p:txBody>
          <a:bodyPr/>
          <a:lstStyle/>
          <a:p>
            <a:endParaRPr lang="pt-BR"/>
          </a:p>
        </p:txBody>
      </p:sp>
      <p:pic>
        <p:nvPicPr>
          <p:cNvPr id="5" name="Imagem 4">
            <a:extLst>
              <a:ext uri="{FF2B5EF4-FFF2-40B4-BE49-F238E27FC236}">
                <a16:creationId xmlns:a16="http://schemas.microsoft.com/office/drawing/2014/main" id="{C2D963A4-22F3-4B08-9F51-114DA426AF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769782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85C2FD-2483-4722-87E3-660905D98AB6}"/>
              </a:ext>
            </a:extLst>
          </p:cNvPr>
          <p:cNvSpPr>
            <a:spLocks noGrp="1"/>
          </p:cNvSpPr>
          <p:nvPr>
            <p:ph type="ctrTitle"/>
          </p:nvPr>
        </p:nvSpPr>
        <p:spPr/>
        <p:txBody>
          <a:bodyPr/>
          <a:lstStyle/>
          <a:p>
            <a:endParaRPr lang="pt-BR"/>
          </a:p>
        </p:txBody>
      </p:sp>
      <p:sp>
        <p:nvSpPr>
          <p:cNvPr id="3" name="Subtítulo 2">
            <a:extLst>
              <a:ext uri="{FF2B5EF4-FFF2-40B4-BE49-F238E27FC236}">
                <a16:creationId xmlns:a16="http://schemas.microsoft.com/office/drawing/2014/main" id="{F161CBB0-B8D0-4FDF-946E-DB8433784399}"/>
              </a:ext>
            </a:extLst>
          </p:cNvPr>
          <p:cNvSpPr>
            <a:spLocks noGrp="1"/>
          </p:cNvSpPr>
          <p:nvPr>
            <p:ph type="subTitle" idx="1"/>
          </p:nvPr>
        </p:nvSpPr>
        <p:spPr/>
        <p:txBody>
          <a:bodyPr/>
          <a:lstStyle/>
          <a:p>
            <a:endParaRPr lang="pt-BR"/>
          </a:p>
        </p:txBody>
      </p:sp>
      <p:pic>
        <p:nvPicPr>
          <p:cNvPr id="4" name="Imagem 3">
            <a:extLst>
              <a:ext uri="{FF2B5EF4-FFF2-40B4-BE49-F238E27FC236}">
                <a16:creationId xmlns:a16="http://schemas.microsoft.com/office/drawing/2014/main" id="{980F05DE-3D05-4A12-B904-1F7F45313A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9" y="-15537"/>
            <a:ext cx="12192000" cy="6858000"/>
          </a:xfrm>
          <a:prstGeom prst="rect">
            <a:avLst/>
          </a:prstGeom>
        </p:spPr>
      </p:pic>
      <p:pic>
        <p:nvPicPr>
          <p:cNvPr id="6" name="Imagem 5">
            <a:extLst>
              <a:ext uri="{FF2B5EF4-FFF2-40B4-BE49-F238E27FC236}">
                <a16:creationId xmlns:a16="http://schemas.microsoft.com/office/drawing/2014/main" id="{879A0BD7-FC89-4232-A7F7-6643186366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5935" y="731078"/>
            <a:ext cx="6511787" cy="4341191"/>
          </a:xfrm>
          <a:prstGeom prst="rect">
            <a:avLst/>
          </a:prstGeom>
        </p:spPr>
      </p:pic>
      <p:sp>
        <p:nvSpPr>
          <p:cNvPr id="9" name="Retângulo: Cantos Arredondados 8">
            <a:extLst>
              <a:ext uri="{FF2B5EF4-FFF2-40B4-BE49-F238E27FC236}">
                <a16:creationId xmlns:a16="http://schemas.microsoft.com/office/drawing/2014/main" id="{B8979C1B-967A-4EB9-9DBE-8F98EAAF9C49}"/>
              </a:ext>
            </a:extLst>
          </p:cNvPr>
          <p:cNvSpPr/>
          <p:nvPr/>
        </p:nvSpPr>
        <p:spPr>
          <a:xfrm>
            <a:off x="7744239" y="1352294"/>
            <a:ext cx="4045226" cy="2782957"/>
          </a:xfrm>
          <a:prstGeom prst="roundRect">
            <a:avLst/>
          </a:prstGeom>
          <a:solidFill>
            <a:schemeClr val="accent1">
              <a:lumMod val="20000"/>
              <a:lumOff val="80000"/>
            </a:schemeClr>
          </a:solidFill>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pt-BR"/>
          </a:p>
        </p:txBody>
      </p:sp>
      <p:sp>
        <p:nvSpPr>
          <p:cNvPr id="8" name="CaixaDeTexto 7">
            <a:extLst>
              <a:ext uri="{FF2B5EF4-FFF2-40B4-BE49-F238E27FC236}">
                <a16:creationId xmlns:a16="http://schemas.microsoft.com/office/drawing/2014/main" id="{0ECB438C-ABEB-418C-BF65-259BC601C89A}"/>
              </a:ext>
            </a:extLst>
          </p:cNvPr>
          <p:cNvSpPr txBox="1"/>
          <p:nvPr/>
        </p:nvSpPr>
        <p:spPr>
          <a:xfrm>
            <a:off x="7871791" y="1600199"/>
            <a:ext cx="3917674" cy="2297735"/>
          </a:xfrm>
          <a:prstGeom prst="rect">
            <a:avLst/>
          </a:prstGeom>
          <a:noFill/>
        </p:spPr>
        <p:txBody>
          <a:bodyPr wrap="square">
            <a:spAutoFit/>
          </a:bodyPr>
          <a:lstStyle/>
          <a:p>
            <a:r>
              <a:rPr lang="pt-BR" b="0" i="0" dirty="0">
                <a:solidFill>
                  <a:srgbClr val="202124"/>
                </a:solidFill>
                <a:effectLst/>
                <a:latin typeface="arial" panose="020B0604020202020204" pitchFamily="34" charset="0"/>
              </a:rPr>
              <a:t>Art. 196. A </a:t>
            </a:r>
            <a:r>
              <a:rPr lang="pt-BR" b="1" i="0" dirty="0">
                <a:solidFill>
                  <a:srgbClr val="202124"/>
                </a:solidFill>
                <a:effectLst/>
                <a:latin typeface="arial" panose="020B0604020202020204" pitchFamily="34" charset="0"/>
              </a:rPr>
              <a:t>saúde</a:t>
            </a:r>
            <a:r>
              <a:rPr lang="pt-BR" b="0" i="0" dirty="0">
                <a:solidFill>
                  <a:srgbClr val="202124"/>
                </a:solidFill>
                <a:effectLst/>
                <a:latin typeface="arial" panose="020B0604020202020204" pitchFamily="34" charset="0"/>
              </a:rPr>
              <a:t> é </a:t>
            </a:r>
            <a:r>
              <a:rPr lang="pt-BR" b="1" i="0" dirty="0">
                <a:solidFill>
                  <a:srgbClr val="202124"/>
                </a:solidFill>
                <a:effectLst/>
                <a:latin typeface="arial" panose="020B0604020202020204" pitchFamily="34" charset="0"/>
              </a:rPr>
              <a:t>direito de todos</a:t>
            </a:r>
            <a:r>
              <a:rPr lang="pt-BR" b="0" i="0" dirty="0">
                <a:solidFill>
                  <a:srgbClr val="202124"/>
                </a:solidFill>
                <a:effectLst/>
                <a:latin typeface="arial" panose="020B0604020202020204" pitchFamily="34" charset="0"/>
              </a:rPr>
              <a:t> e dever do Estado, garantido mediante políticas sociais e econômicas que visem à redução do risco de doença e de outros agravos e ao acesso universal e igualitário às ações e serviços para sua promoção, proteção e recuperação.</a:t>
            </a:r>
            <a:endParaRPr lang="pt-BR" dirty="0"/>
          </a:p>
        </p:txBody>
      </p:sp>
    </p:spTree>
    <p:extLst>
      <p:ext uri="{BB962C8B-B14F-4D97-AF65-F5344CB8AC3E}">
        <p14:creationId xmlns:p14="http://schemas.microsoft.com/office/powerpoint/2010/main" val="2853740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980F05DE-3D05-4A12-B904-1F7F45313A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9" y="-15537"/>
            <a:ext cx="12192000" cy="6858000"/>
          </a:xfrm>
          <a:prstGeom prst="rect">
            <a:avLst/>
          </a:prstGeom>
        </p:spPr>
      </p:pic>
      <p:sp>
        <p:nvSpPr>
          <p:cNvPr id="3" name="Subtítulo 2">
            <a:extLst>
              <a:ext uri="{FF2B5EF4-FFF2-40B4-BE49-F238E27FC236}">
                <a16:creationId xmlns:a16="http://schemas.microsoft.com/office/drawing/2014/main" id="{F161CBB0-B8D0-4FDF-946E-DB8433784399}"/>
              </a:ext>
            </a:extLst>
          </p:cNvPr>
          <p:cNvSpPr>
            <a:spLocks noGrp="1"/>
          </p:cNvSpPr>
          <p:nvPr>
            <p:ph type="subTitle" idx="1"/>
          </p:nvPr>
        </p:nvSpPr>
        <p:spPr>
          <a:xfrm>
            <a:off x="874643" y="540785"/>
            <a:ext cx="8971722" cy="4693823"/>
          </a:xfrm>
        </p:spPr>
        <p:txBody>
          <a:bodyPr>
            <a:normAutofit fontScale="85000" lnSpcReduction="20000"/>
          </a:bodyPr>
          <a:lstStyle/>
          <a:p>
            <a:pPr marL="342900" indent="-342900" algn="l">
              <a:buFont typeface="Arial" panose="020B0604020202020204" pitchFamily="34" charset="0"/>
              <a:buChar char="•"/>
            </a:pPr>
            <a:r>
              <a:rPr lang="pt-BR" b="0" i="0" dirty="0">
                <a:effectLst/>
                <a:latin typeface="rawline"/>
              </a:rPr>
              <a:t>Sistema Único de Saúde (SUS) - </a:t>
            </a:r>
            <a:r>
              <a:rPr lang="pt-BR" dirty="0"/>
              <a:t>Conforme a Constituição Federal de 1988 (CF-88)</a:t>
            </a:r>
          </a:p>
          <a:p>
            <a:pPr marL="342900" indent="-342900" algn="l">
              <a:buFont typeface="Arial" panose="020B0604020202020204" pitchFamily="34" charset="0"/>
              <a:buChar char="•"/>
            </a:pPr>
            <a:r>
              <a:rPr lang="pt-BR" dirty="0"/>
              <a:t>uma das maiores políticas públicas brasileiras de inclusão social.</a:t>
            </a:r>
            <a:endParaRPr lang="pt-BR" b="0" i="0" dirty="0">
              <a:effectLst/>
              <a:latin typeface="rawline"/>
            </a:endParaRPr>
          </a:p>
          <a:p>
            <a:pPr marL="342900" indent="-342900" algn="l">
              <a:buFont typeface="Arial" panose="020B0604020202020204" pitchFamily="34" charset="0"/>
              <a:buChar char="•"/>
            </a:pPr>
            <a:r>
              <a:rPr lang="pt-BR" dirty="0"/>
              <a:t>abrangendo desde o simples ao mais complexo atendimento;</a:t>
            </a:r>
          </a:p>
          <a:p>
            <a:pPr marL="342900" indent="-342900" algn="l">
              <a:buFont typeface="Arial" panose="020B0604020202020204" pitchFamily="34" charset="0"/>
              <a:buChar char="•"/>
            </a:pPr>
            <a:r>
              <a:rPr lang="pt-BR" dirty="0"/>
              <a:t>garantindo acesso integral, universal e gratuito;</a:t>
            </a:r>
          </a:p>
          <a:p>
            <a:pPr marL="342900" indent="-342900" algn="l">
              <a:buFont typeface="Arial" panose="020B0604020202020204" pitchFamily="34" charset="0"/>
              <a:buChar char="•"/>
            </a:pPr>
            <a:r>
              <a:rPr lang="pt-BR" dirty="0"/>
              <a:t>independentemente de sexo, raça, ocupação ou outras características sociais ou pessoais. </a:t>
            </a:r>
          </a:p>
          <a:p>
            <a:pPr marL="342900" indent="-342900" algn="l">
              <a:buFont typeface="Arial" panose="020B0604020202020204" pitchFamily="34" charset="0"/>
              <a:buChar char="•"/>
            </a:pPr>
            <a:r>
              <a:rPr lang="pt-BR" dirty="0"/>
              <a:t>diminuir desigualdades. </a:t>
            </a:r>
          </a:p>
          <a:p>
            <a:pPr marL="342900" indent="-342900" algn="l">
              <a:buFont typeface="Arial" panose="020B0604020202020204" pitchFamily="34" charset="0"/>
              <a:buChar char="•"/>
            </a:pPr>
            <a:r>
              <a:rPr lang="pt-BR" dirty="0"/>
              <a:t>pressupõe a articulação da saúde com outras políticas públicas, para assegurar uma atuação intersetorial entre as diferentes áreas que tenham repercussão na saúde e qualidade de vida dos indivíduos.</a:t>
            </a:r>
          </a:p>
          <a:p>
            <a:pPr marL="342900" indent="-342900" algn="l">
              <a:buFont typeface="Arial" panose="020B0604020202020204" pitchFamily="34" charset="0"/>
              <a:buChar char="•"/>
            </a:pPr>
            <a:r>
              <a:rPr lang="pt-BR" dirty="0"/>
              <a:t>visando a prevenção e a promoção da saúde.</a:t>
            </a:r>
          </a:p>
          <a:p>
            <a:pPr marL="342900" indent="-342900" algn="l">
              <a:buFont typeface="Arial" panose="020B0604020202020204" pitchFamily="34" charset="0"/>
              <a:buChar char="•"/>
            </a:pPr>
            <a:r>
              <a:rPr lang="pt-BR" b="0" i="0" dirty="0">
                <a:effectLst/>
                <a:latin typeface="rawline"/>
              </a:rPr>
              <a:t> </a:t>
            </a:r>
            <a:r>
              <a:rPr lang="pt-BR" dirty="0"/>
              <a:t>Engloba a atenção primária, média e alta complexidades, os serviços urgência e emergência, a atenção hospitalar, as ações e serviços das vigilâncias epidemiológica, sanitária e ambiental e assistência farmacêutica.</a:t>
            </a:r>
          </a:p>
          <a:p>
            <a:pPr marL="342900" indent="-342900" algn="l">
              <a:buFont typeface="Arial" panose="020B0604020202020204" pitchFamily="34" charset="0"/>
              <a:buChar char="•"/>
            </a:pPr>
            <a:r>
              <a:rPr lang="pt-BR" dirty="0"/>
              <a:t>é composto pelo Ministério da Saúde, Estados e Municípios</a:t>
            </a:r>
          </a:p>
          <a:p>
            <a:pPr marL="342900" indent="-342900" algn="l">
              <a:buFont typeface="Arial" panose="020B0604020202020204" pitchFamily="34" charset="0"/>
              <a:buChar char="•"/>
            </a:pPr>
            <a:endParaRPr lang="pt-BR" dirty="0"/>
          </a:p>
        </p:txBody>
      </p:sp>
      <p:pic>
        <p:nvPicPr>
          <p:cNvPr id="6" name="Imagem 5">
            <a:extLst>
              <a:ext uri="{FF2B5EF4-FFF2-40B4-BE49-F238E27FC236}">
                <a16:creationId xmlns:a16="http://schemas.microsoft.com/office/drawing/2014/main" id="{11692FCF-7D47-46C3-B35E-92E86CA83E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9835" y="4331656"/>
            <a:ext cx="2590800" cy="1706880"/>
          </a:xfrm>
          <a:prstGeom prst="rect">
            <a:avLst/>
          </a:prstGeom>
          <a:ln w="38100" cap="sq">
            <a:solidFill>
              <a:schemeClr val="accent1"/>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41173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85C2FD-2483-4722-87E3-660905D98AB6}"/>
              </a:ext>
            </a:extLst>
          </p:cNvPr>
          <p:cNvSpPr>
            <a:spLocks noGrp="1"/>
          </p:cNvSpPr>
          <p:nvPr>
            <p:ph type="ctrTitle"/>
          </p:nvPr>
        </p:nvSpPr>
        <p:spPr/>
        <p:txBody>
          <a:bodyPr/>
          <a:lstStyle/>
          <a:p>
            <a:endParaRPr lang="pt-BR"/>
          </a:p>
        </p:txBody>
      </p:sp>
      <p:sp>
        <p:nvSpPr>
          <p:cNvPr id="3" name="Subtítulo 2">
            <a:extLst>
              <a:ext uri="{FF2B5EF4-FFF2-40B4-BE49-F238E27FC236}">
                <a16:creationId xmlns:a16="http://schemas.microsoft.com/office/drawing/2014/main" id="{F161CBB0-B8D0-4FDF-946E-DB8433784399}"/>
              </a:ext>
            </a:extLst>
          </p:cNvPr>
          <p:cNvSpPr>
            <a:spLocks noGrp="1"/>
          </p:cNvSpPr>
          <p:nvPr>
            <p:ph type="subTitle" idx="1"/>
          </p:nvPr>
        </p:nvSpPr>
        <p:spPr/>
        <p:txBody>
          <a:bodyPr/>
          <a:lstStyle/>
          <a:p>
            <a:endParaRPr lang="pt-BR"/>
          </a:p>
        </p:txBody>
      </p:sp>
      <p:pic>
        <p:nvPicPr>
          <p:cNvPr id="4" name="Imagem 3">
            <a:extLst>
              <a:ext uri="{FF2B5EF4-FFF2-40B4-BE49-F238E27FC236}">
                <a16:creationId xmlns:a16="http://schemas.microsoft.com/office/drawing/2014/main" id="{980F05DE-3D05-4A12-B904-1F7F45313A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9" y="-15537"/>
            <a:ext cx="12192000" cy="6858000"/>
          </a:xfrm>
          <a:prstGeom prst="rect">
            <a:avLst/>
          </a:prstGeom>
        </p:spPr>
      </p:pic>
      <p:pic>
        <p:nvPicPr>
          <p:cNvPr id="6" name="Imagem 5">
            <a:extLst>
              <a:ext uri="{FF2B5EF4-FFF2-40B4-BE49-F238E27FC236}">
                <a16:creationId xmlns:a16="http://schemas.microsoft.com/office/drawing/2014/main" id="{C2F776A8-05D9-451A-A179-E80E5EC91B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1751" y="802294"/>
            <a:ext cx="10008497" cy="4751196"/>
          </a:xfrm>
          <a:prstGeom prst="rect">
            <a:avLst/>
          </a:prstGeom>
        </p:spPr>
      </p:pic>
    </p:spTree>
    <p:extLst>
      <p:ext uri="{BB962C8B-B14F-4D97-AF65-F5344CB8AC3E}">
        <p14:creationId xmlns:p14="http://schemas.microsoft.com/office/powerpoint/2010/main" val="1237333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980F05DE-3D05-4A12-B904-1F7F45313A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9" y="-15537"/>
            <a:ext cx="12192000" cy="6858000"/>
          </a:xfrm>
          <a:prstGeom prst="rect">
            <a:avLst/>
          </a:prstGeom>
        </p:spPr>
      </p:pic>
      <p:sp>
        <p:nvSpPr>
          <p:cNvPr id="2" name="Título 1">
            <a:extLst>
              <a:ext uri="{FF2B5EF4-FFF2-40B4-BE49-F238E27FC236}">
                <a16:creationId xmlns:a16="http://schemas.microsoft.com/office/drawing/2014/main" id="{BC85C2FD-2483-4722-87E3-660905D98AB6}"/>
              </a:ext>
            </a:extLst>
          </p:cNvPr>
          <p:cNvSpPr>
            <a:spLocks noGrp="1"/>
          </p:cNvSpPr>
          <p:nvPr>
            <p:ph type="ctrTitle"/>
          </p:nvPr>
        </p:nvSpPr>
        <p:spPr>
          <a:xfrm>
            <a:off x="1524000" y="247719"/>
            <a:ext cx="9144000" cy="693185"/>
          </a:xfrm>
        </p:spPr>
        <p:txBody>
          <a:bodyPr>
            <a:normAutofit fontScale="90000"/>
          </a:bodyPr>
          <a:lstStyle/>
          <a:p>
            <a:r>
              <a:rPr lang="pt-BR" dirty="0"/>
              <a:t>Fonte </a:t>
            </a:r>
          </a:p>
        </p:txBody>
      </p:sp>
      <p:sp>
        <p:nvSpPr>
          <p:cNvPr id="3" name="Subtítulo 2">
            <a:extLst>
              <a:ext uri="{FF2B5EF4-FFF2-40B4-BE49-F238E27FC236}">
                <a16:creationId xmlns:a16="http://schemas.microsoft.com/office/drawing/2014/main" id="{F161CBB0-B8D0-4FDF-946E-DB8433784399}"/>
              </a:ext>
            </a:extLst>
          </p:cNvPr>
          <p:cNvSpPr>
            <a:spLocks noGrp="1"/>
          </p:cNvSpPr>
          <p:nvPr>
            <p:ph type="subTitle" idx="1"/>
          </p:nvPr>
        </p:nvSpPr>
        <p:spPr>
          <a:xfrm>
            <a:off x="1007165" y="1408040"/>
            <a:ext cx="9144000" cy="1655762"/>
          </a:xfrm>
        </p:spPr>
        <p:txBody>
          <a:bodyPr>
            <a:normAutofit fontScale="70000" lnSpcReduction="20000"/>
          </a:bodyPr>
          <a:lstStyle/>
          <a:p>
            <a:pPr algn="l"/>
            <a:r>
              <a:rPr lang="pt-BR" dirty="0">
                <a:hlinkClick r:id="rId3"/>
              </a:rPr>
              <a:t>https://www.gov.br/</a:t>
            </a:r>
            <a:r>
              <a:rPr lang="pt-BR" dirty="0" err="1">
                <a:hlinkClick r:id="rId3"/>
              </a:rPr>
              <a:t>saude</a:t>
            </a:r>
            <a:r>
              <a:rPr lang="pt-BR" dirty="0">
                <a:hlinkClick r:id="rId3"/>
              </a:rPr>
              <a:t>/</a:t>
            </a:r>
            <a:r>
              <a:rPr lang="pt-BR" dirty="0" err="1">
                <a:hlinkClick r:id="rId3"/>
              </a:rPr>
              <a:t>pt-br</a:t>
            </a:r>
            <a:r>
              <a:rPr lang="pt-BR" dirty="0">
                <a:hlinkClick r:id="rId3"/>
              </a:rPr>
              <a:t>/assuntos/</a:t>
            </a:r>
            <a:r>
              <a:rPr lang="pt-BR" dirty="0" err="1">
                <a:hlinkClick r:id="rId3"/>
              </a:rPr>
              <a:t>saude</a:t>
            </a:r>
            <a:r>
              <a:rPr lang="pt-BR" dirty="0">
                <a:hlinkClick r:id="rId3"/>
              </a:rPr>
              <a:t>-de-a-a-z/s/sus-estrutura-</a:t>
            </a:r>
            <a:r>
              <a:rPr lang="pt-BR" dirty="0" err="1">
                <a:hlinkClick r:id="rId3"/>
              </a:rPr>
              <a:t>principios</a:t>
            </a:r>
            <a:r>
              <a:rPr lang="pt-BR" dirty="0">
                <a:hlinkClick r:id="rId3"/>
              </a:rPr>
              <a:t>-e-como-funciona#:~:</a:t>
            </a:r>
            <a:r>
              <a:rPr lang="pt-BR" dirty="0" err="1">
                <a:hlinkClick r:id="rId3"/>
              </a:rPr>
              <a:t>text</a:t>
            </a:r>
            <a:r>
              <a:rPr lang="pt-BR" dirty="0">
                <a:hlinkClick r:id="rId3"/>
              </a:rPr>
              <a:t>=O%20Sistema%20%C3%9Anico%20de%20Sa%C3%BAde%20(SUS)%20%C3%A9%20um%20dos%20maiores,toda%20a%20popula%C3%A7%C3%A3o%20do%20pa%C3%ADs</a:t>
            </a:r>
            <a:r>
              <a:rPr lang="pt-BR" dirty="0"/>
              <a:t>.</a:t>
            </a:r>
          </a:p>
          <a:p>
            <a:pPr algn="l"/>
            <a:endParaRPr lang="pt-BR" dirty="0"/>
          </a:p>
          <a:p>
            <a:pPr algn="l"/>
            <a:r>
              <a:rPr lang="pt-BR" dirty="0"/>
              <a:t>http://www.ccs.saude.gov.br/sus/antes-depois.php</a:t>
            </a:r>
          </a:p>
          <a:p>
            <a:pPr algn="l"/>
            <a:endParaRPr lang="pt-BR" dirty="0"/>
          </a:p>
          <a:p>
            <a:pPr algn="l"/>
            <a:endParaRPr lang="pt-BR" dirty="0"/>
          </a:p>
        </p:txBody>
      </p:sp>
    </p:spTree>
    <p:extLst>
      <p:ext uri="{BB962C8B-B14F-4D97-AF65-F5344CB8AC3E}">
        <p14:creationId xmlns:p14="http://schemas.microsoft.com/office/powerpoint/2010/main" val="3416605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980F05DE-3D05-4A12-B904-1F7F45313A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9" y="-15537"/>
            <a:ext cx="12192000" cy="6858000"/>
          </a:xfrm>
          <a:prstGeom prst="rect">
            <a:avLst/>
          </a:prstGeom>
        </p:spPr>
      </p:pic>
      <p:sp>
        <p:nvSpPr>
          <p:cNvPr id="3" name="Subtítulo 2">
            <a:extLst>
              <a:ext uri="{FF2B5EF4-FFF2-40B4-BE49-F238E27FC236}">
                <a16:creationId xmlns:a16="http://schemas.microsoft.com/office/drawing/2014/main" id="{F161CBB0-B8D0-4FDF-946E-DB8433784399}"/>
              </a:ext>
            </a:extLst>
          </p:cNvPr>
          <p:cNvSpPr>
            <a:spLocks noGrp="1"/>
          </p:cNvSpPr>
          <p:nvPr>
            <p:ph type="subTitle" idx="1"/>
          </p:nvPr>
        </p:nvSpPr>
        <p:spPr>
          <a:xfrm>
            <a:off x="6241774" y="819080"/>
            <a:ext cx="5605669" cy="4203493"/>
          </a:xfrm>
        </p:spPr>
        <p:txBody>
          <a:bodyPr>
            <a:normAutofit fontScale="85000" lnSpcReduction="20000"/>
          </a:bodyPr>
          <a:lstStyle/>
          <a:p>
            <a:pPr marL="342900" indent="-342900" algn="l">
              <a:buFont typeface="Arial" panose="020B0604020202020204" pitchFamily="34" charset="0"/>
              <a:buChar char="•"/>
            </a:pPr>
            <a:r>
              <a:rPr lang="pt-BR" b="0" i="0" dirty="0">
                <a:effectLst/>
                <a:latin typeface="rawline"/>
              </a:rPr>
              <a:t>Desde 1988 o voto assumiu ser um direto, secreto e com valor igual para todos;</a:t>
            </a:r>
          </a:p>
          <a:p>
            <a:pPr marL="342900" indent="-342900" algn="l">
              <a:buFont typeface="Arial" panose="020B0604020202020204" pitchFamily="34" charset="0"/>
              <a:buChar char="•"/>
            </a:pPr>
            <a:r>
              <a:rPr lang="pt-BR" b="0" i="0" dirty="0">
                <a:effectLst/>
                <a:latin typeface="rawline"/>
              </a:rPr>
              <a:t>"Tal configuração de participação política foi uma vitória no sentido de ampliação dos critérios da democracia representativa no país, já que todos os cidadãos com mais de 16 anos, homens ou mulheres, alfabetizados ou analfabetos, têm direito a escolher seu representante através do voto;</a:t>
            </a:r>
          </a:p>
          <a:p>
            <a:pPr marL="342900" indent="-342900" algn="l">
              <a:buFont typeface="Arial" panose="020B0604020202020204" pitchFamily="34" charset="0"/>
              <a:buChar char="•"/>
            </a:pPr>
            <a:r>
              <a:rPr lang="pt-BR" dirty="0"/>
              <a:t>o voto é obrigatório para todo brasileiro com mais de 18 anos e facultativo aos analfabetos e para quem tem 16 e 17 anos ou mais de 70 anos;</a:t>
            </a:r>
          </a:p>
          <a:p>
            <a:pPr marL="342900" indent="-342900" algn="l">
              <a:buFont typeface="Arial" panose="020B0604020202020204" pitchFamily="34" charset="0"/>
              <a:buChar char="•"/>
            </a:pPr>
            <a:r>
              <a:rPr lang="pt-BR" dirty="0"/>
              <a:t>É a esperança de que um novo líder dê novos rumos à nossa cidade, nosso Estado e ao nosso País.</a:t>
            </a:r>
          </a:p>
          <a:p>
            <a:pPr marL="342900" indent="-342900" algn="l">
              <a:buFont typeface="Arial" panose="020B0604020202020204" pitchFamily="34" charset="0"/>
              <a:buChar char="•"/>
            </a:pPr>
            <a:r>
              <a:rPr lang="pt-BR" dirty="0"/>
              <a:t>maneira básica de exercer nossa cidadania</a:t>
            </a:r>
          </a:p>
        </p:txBody>
      </p:sp>
      <p:pic>
        <p:nvPicPr>
          <p:cNvPr id="6" name="Imagem 5">
            <a:extLst>
              <a:ext uri="{FF2B5EF4-FFF2-40B4-BE49-F238E27FC236}">
                <a16:creationId xmlns:a16="http://schemas.microsoft.com/office/drawing/2014/main" id="{71F8367E-29DB-40F6-867B-71EA8028FC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4571" y="713333"/>
            <a:ext cx="4863134" cy="4863134"/>
          </a:xfrm>
          <a:prstGeom prst="rect">
            <a:avLst/>
          </a:prstGeom>
        </p:spPr>
      </p:pic>
    </p:spTree>
    <p:extLst>
      <p:ext uri="{BB962C8B-B14F-4D97-AF65-F5344CB8AC3E}">
        <p14:creationId xmlns:p14="http://schemas.microsoft.com/office/powerpoint/2010/main" val="2055040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980F05DE-3D05-4A12-B904-1F7F45313A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9" y="-15537"/>
            <a:ext cx="12192000" cy="6858000"/>
          </a:xfrm>
          <a:prstGeom prst="rect">
            <a:avLst/>
          </a:prstGeom>
        </p:spPr>
      </p:pic>
      <p:sp>
        <p:nvSpPr>
          <p:cNvPr id="3" name="Subtítulo 2">
            <a:extLst>
              <a:ext uri="{FF2B5EF4-FFF2-40B4-BE49-F238E27FC236}">
                <a16:creationId xmlns:a16="http://schemas.microsoft.com/office/drawing/2014/main" id="{F161CBB0-B8D0-4FDF-946E-DB8433784399}"/>
              </a:ext>
            </a:extLst>
          </p:cNvPr>
          <p:cNvSpPr>
            <a:spLocks noGrp="1"/>
          </p:cNvSpPr>
          <p:nvPr>
            <p:ph type="subTitle" idx="1"/>
          </p:nvPr>
        </p:nvSpPr>
        <p:spPr>
          <a:xfrm>
            <a:off x="6241774" y="819080"/>
            <a:ext cx="5605669" cy="4203493"/>
          </a:xfrm>
        </p:spPr>
        <p:txBody>
          <a:bodyPr>
            <a:normAutofit fontScale="92500" lnSpcReduction="20000"/>
          </a:bodyPr>
          <a:lstStyle/>
          <a:p>
            <a:pPr marL="342900" indent="-342900" fontAlgn="base">
              <a:buFont typeface="Arial" panose="020B0604020202020204" pitchFamily="34" charset="0"/>
              <a:buChar char="•"/>
            </a:pPr>
            <a:r>
              <a:rPr lang="pt-BR" dirty="0"/>
              <a:t>A votação é uma parte importante do processo democrático.</a:t>
            </a:r>
          </a:p>
          <a:p>
            <a:pPr marL="342900" indent="-342900" fontAlgn="base">
              <a:buFont typeface="Arial" panose="020B0604020202020204" pitchFamily="34" charset="0"/>
              <a:buChar char="•"/>
            </a:pPr>
            <a:r>
              <a:rPr lang="pt-BR" dirty="0"/>
              <a:t>Já houve um tempo (muito tempo) que muitos grupos foram excluídos do direito de voto em vários níveis.</a:t>
            </a:r>
          </a:p>
          <a:p>
            <a:pPr marL="342900" indent="-342900" fontAlgn="base">
              <a:buFont typeface="Arial" panose="020B0604020202020204" pitchFamily="34" charset="0"/>
              <a:buChar char="•"/>
            </a:pPr>
            <a:r>
              <a:rPr lang="pt-BR" dirty="0"/>
              <a:t>Muitas sociedades no passado, negaram a pessoas o direito de votar baseadas no grupo étnico.</a:t>
            </a:r>
          </a:p>
          <a:p>
            <a:pPr marL="342900" indent="-342900" fontAlgn="base">
              <a:buFont typeface="Arial" panose="020B0604020202020204" pitchFamily="34" charset="0"/>
              <a:buChar char="•"/>
            </a:pPr>
            <a:r>
              <a:rPr lang="pt-BR" dirty="0"/>
              <a:t>Se você for mulher, vote por apoio à luta feminina pelo direito de votar.</a:t>
            </a:r>
          </a:p>
          <a:p>
            <a:pPr marL="342900" indent="-342900" fontAlgn="base">
              <a:buFont typeface="Arial" panose="020B0604020202020204" pitchFamily="34" charset="0"/>
              <a:buChar char="•"/>
            </a:pPr>
            <a:r>
              <a:rPr lang="pt-BR" dirty="0"/>
              <a:t>Você é um cidadão brasileiro.</a:t>
            </a:r>
          </a:p>
          <a:p>
            <a:pPr marL="342900" indent="-342900" fontAlgn="base">
              <a:buFont typeface="Arial" panose="020B0604020202020204" pitchFamily="34" charset="0"/>
              <a:buChar char="•"/>
            </a:pPr>
            <a:r>
              <a:rPr lang="pt-BR" dirty="0"/>
              <a:t>O voto não é somente uma obrigação é, principalmente, um direito conquistado com muitas lutas. </a:t>
            </a:r>
          </a:p>
          <a:p>
            <a:pPr algn="l"/>
            <a:endParaRPr lang="pt-BR" dirty="0"/>
          </a:p>
        </p:txBody>
      </p:sp>
      <p:pic>
        <p:nvPicPr>
          <p:cNvPr id="6" name="Imagem 5">
            <a:extLst>
              <a:ext uri="{FF2B5EF4-FFF2-40B4-BE49-F238E27FC236}">
                <a16:creationId xmlns:a16="http://schemas.microsoft.com/office/drawing/2014/main" id="{71F8367E-29DB-40F6-867B-71EA8028FC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7507" y="713333"/>
            <a:ext cx="4863134" cy="4863134"/>
          </a:xfrm>
          <a:prstGeom prst="rect">
            <a:avLst/>
          </a:prstGeom>
        </p:spPr>
      </p:pic>
    </p:spTree>
    <p:extLst>
      <p:ext uri="{BB962C8B-B14F-4D97-AF65-F5344CB8AC3E}">
        <p14:creationId xmlns:p14="http://schemas.microsoft.com/office/powerpoint/2010/main" val="2763519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980F05DE-3D05-4A12-B904-1F7F45313A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9" y="-15537"/>
            <a:ext cx="12192000" cy="6858000"/>
          </a:xfrm>
          <a:prstGeom prst="rect">
            <a:avLst/>
          </a:prstGeom>
        </p:spPr>
      </p:pic>
      <p:sp>
        <p:nvSpPr>
          <p:cNvPr id="2" name="Título 1">
            <a:extLst>
              <a:ext uri="{FF2B5EF4-FFF2-40B4-BE49-F238E27FC236}">
                <a16:creationId xmlns:a16="http://schemas.microsoft.com/office/drawing/2014/main" id="{BC85C2FD-2483-4722-87E3-660905D98AB6}"/>
              </a:ext>
            </a:extLst>
          </p:cNvPr>
          <p:cNvSpPr>
            <a:spLocks noGrp="1"/>
          </p:cNvSpPr>
          <p:nvPr>
            <p:ph type="ctrTitle"/>
          </p:nvPr>
        </p:nvSpPr>
        <p:spPr>
          <a:xfrm>
            <a:off x="1126434" y="181458"/>
            <a:ext cx="9144000" cy="679933"/>
          </a:xfrm>
        </p:spPr>
        <p:txBody>
          <a:bodyPr>
            <a:normAutofit fontScale="90000"/>
          </a:bodyPr>
          <a:lstStyle/>
          <a:p>
            <a:r>
              <a:rPr lang="pt-BR" dirty="0"/>
              <a:t>Fonte </a:t>
            </a:r>
          </a:p>
        </p:txBody>
      </p:sp>
      <p:sp>
        <p:nvSpPr>
          <p:cNvPr id="3" name="Subtítulo 2">
            <a:extLst>
              <a:ext uri="{FF2B5EF4-FFF2-40B4-BE49-F238E27FC236}">
                <a16:creationId xmlns:a16="http://schemas.microsoft.com/office/drawing/2014/main" id="{F161CBB0-B8D0-4FDF-946E-DB8433784399}"/>
              </a:ext>
            </a:extLst>
          </p:cNvPr>
          <p:cNvSpPr>
            <a:spLocks noGrp="1"/>
          </p:cNvSpPr>
          <p:nvPr>
            <p:ph type="subTitle" idx="1"/>
          </p:nvPr>
        </p:nvSpPr>
        <p:spPr>
          <a:xfrm>
            <a:off x="1533939" y="1269655"/>
            <a:ext cx="9144000" cy="1655762"/>
          </a:xfrm>
        </p:spPr>
        <p:txBody>
          <a:bodyPr>
            <a:normAutofit lnSpcReduction="10000"/>
          </a:bodyPr>
          <a:lstStyle/>
          <a:p>
            <a:r>
              <a:rPr lang="pt-BR" dirty="0">
                <a:hlinkClick r:id="rId3"/>
              </a:rPr>
              <a:t>https://educacao.uol.com.br/disciplinas/cidadania/eleicoes-no-brasil-a-historia-do-voto-no-brasil.htm?cmpid=copiaecola</a:t>
            </a:r>
            <a:endParaRPr lang="pt-BR" dirty="0"/>
          </a:p>
          <a:p>
            <a:endParaRPr lang="pt-BR" dirty="0"/>
          </a:p>
          <a:p>
            <a:r>
              <a:rPr lang="pt-BR" dirty="0">
                <a:hlinkClick r:id="rId4"/>
              </a:rPr>
              <a:t>https://blog.explicae.com.br/educacao/importancia-voto</a:t>
            </a:r>
            <a:endParaRPr lang="pt-BR" dirty="0"/>
          </a:p>
          <a:p>
            <a:endParaRPr lang="pt-BR" dirty="0"/>
          </a:p>
          <a:p>
            <a:endParaRPr lang="pt-BR" dirty="0"/>
          </a:p>
        </p:txBody>
      </p:sp>
    </p:spTree>
    <p:extLst>
      <p:ext uri="{BB962C8B-B14F-4D97-AF65-F5344CB8AC3E}">
        <p14:creationId xmlns:p14="http://schemas.microsoft.com/office/powerpoint/2010/main" val="599808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85C2FD-2483-4722-87E3-660905D98AB6}"/>
              </a:ext>
            </a:extLst>
          </p:cNvPr>
          <p:cNvSpPr>
            <a:spLocks noGrp="1"/>
          </p:cNvSpPr>
          <p:nvPr>
            <p:ph type="ctrTitle"/>
          </p:nvPr>
        </p:nvSpPr>
        <p:spPr/>
        <p:txBody>
          <a:bodyPr/>
          <a:lstStyle/>
          <a:p>
            <a:endParaRPr lang="pt-BR"/>
          </a:p>
        </p:txBody>
      </p:sp>
      <p:sp>
        <p:nvSpPr>
          <p:cNvPr id="3" name="Subtítulo 2">
            <a:extLst>
              <a:ext uri="{FF2B5EF4-FFF2-40B4-BE49-F238E27FC236}">
                <a16:creationId xmlns:a16="http://schemas.microsoft.com/office/drawing/2014/main" id="{F161CBB0-B8D0-4FDF-946E-DB8433784399}"/>
              </a:ext>
            </a:extLst>
          </p:cNvPr>
          <p:cNvSpPr>
            <a:spLocks noGrp="1"/>
          </p:cNvSpPr>
          <p:nvPr>
            <p:ph type="subTitle" idx="1"/>
          </p:nvPr>
        </p:nvSpPr>
        <p:spPr/>
        <p:txBody>
          <a:bodyPr/>
          <a:lstStyle/>
          <a:p>
            <a:endParaRPr lang="pt-BR"/>
          </a:p>
        </p:txBody>
      </p:sp>
      <p:pic>
        <p:nvPicPr>
          <p:cNvPr id="4" name="Imagem 3">
            <a:extLst>
              <a:ext uri="{FF2B5EF4-FFF2-40B4-BE49-F238E27FC236}">
                <a16:creationId xmlns:a16="http://schemas.microsoft.com/office/drawing/2014/main" id="{980F05DE-3D05-4A12-B904-1F7F45313A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9" y="-15537"/>
            <a:ext cx="12192000" cy="6858000"/>
          </a:xfrm>
          <a:prstGeom prst="rect">
            <a:avLst/>
          </a:prstGeom>
        </p:spPr>
      </p:pic>
      <p:pic>
        <p:nvPicPr>
          <p:cNvPr id="5" name="Imagem 4">
            <a:extLst>
              <a:ext uri="{FF2B5EF4-FFF2-40B4-BE49-F238E27FC236}">
                <a16:creationId xmlns:a16="http://schemas.microsoft.com/office/drawing/2014/main" id="{1D029711-0C1A-4EF1-B24E-4EC35D66EC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7169" y="828675"/>
            <a:ext cx="7267575" cy="4429125"/>
          </a:xfrm>
          <a:prstGeom prst="rect">
            <a:avLst/>
          </a:prstGeom>
        </p:spPr>
      </p:pic>
    </p:spTree>
    <p:extLst>
      <p:ext uri="{BB962C8B-B14F-4D97-AF65-F5344CB8AC3E}">
        <p14:creationId xmlns:p14="http://schemas.microsoft.com/office/powerpoint/2010/main" val="559283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980F05DE-3D05-4A12-B904-1F7F45313A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9" y="-15537"/>
            <a:ext cx="12192000" cy="6858000"/>
          </a:xfrm>
          <a:prstGeom prst="rect">
            <a:avLst/>
          </a:prstGeom>
        </p:spPr>
      </p:pic>
      <p:sp>
        <p:nvSpPr>
          <p:cNvPr id="3" name="Subtítulo 2">
            <a:extLst>
              <a:ext uri="{FF2B5EF4-FFF2-40B4-BE49-F238E27FC236}">
                <a16:creationId xmlns:a16="http://schemas.microsoft.com/office/drawing/2014/main" id="{F161CBB0-B8D0-4FDF-946E-DB8433784399}"/>
              </a:ext>
            </a:extLst>
          </p:cNvPr>
          <p:cNvSpPr>
            <a:spLocks noGrp="1"/>
          </p:cNvSpPr>
          <p:nvPr>
            <p:ph type="subTitle" idx="1"/>
          </p:nvPr>
        </p:nvSpPr>
        <p:spPr>
          <a:xfrm>
            <a:off x="6489424" y="239073"/>
            <a:ext cx="5557630" cy="5883966"/>
          </a:xfrm>
        </p:spPr>
        <p:txBody>
          <a:bodyPr>
            <a:normAutofit/>
          </a:bodyPr>
          <a:lstStyle/>
          <a:p>
            <a:pPr marL="342900" indent="-342900" algn="l">
              <a:buFont typeface="Arial" panose="020B0604020202020204" pitchFamily="34" charset="0"/>
              <a:buChar char="•"/>
            </a:pPr>
            <a:r>
              <a:rPr lang="pt-BR" sz="1800" dirty="0"/>
              <a:t>u</a:t>
            </a:r>
            <a:r>
              <a:rPr lang="pt-BR" sz="1800" b="0" i="0" dirty="0">
                <a:effectLst/>
                <a:latin typeface="rawline"/>
              </a:rPr>
              <a:t>ma única doação de sangue, que é insubstituível e essencial para o corpo, pode salvar até quatro pessoas.</a:t>
            </a:r>
          </a:p>
          <a:p>
            <a:pPr marL="342900" indent="-342900" algn="l">
              <a:buFont typeface="Arial" panose="020B0604020202020204" pitchFamily="34" charset="0"/>
              <a:buChar char="•"/>
            </a:pPr>
            <a:r>
              <a:rPr lang="pt-BR" sz="1800" dirty="0">
                <a:latin typeface="rawline"/>
              </a:rPr>
              <a:t>É seguro - </a:t>
            </a:r>
            <a:r>
              <a:rPr lang="pt-BR" sz="1800" b="0" i="0" dirty="0">
                <a:effectLst/>
                <a:latin typeface="rawline"/>
              </a:rPr>
              <a:t>os hemocentros estão preparados e seguem rigorosamente todos os protocolos de segurança, ou seja, </a:t>
            </a:r>
            <a:r>
              <a:rPr lang="pt-BR" sz="1800" dirty="0"/>
              <a:t>todos os materiais usados no procedimento são descartáveis. Desse modo, não há riscos de você ser contaminado ao doar sangue.</a:t>
            </a:r>
            <a:endParaRPr lang="pt-BR" sz="1800" b="0" i="0" dirty="0">
              <a:effectLst/>
              <a:latin typeface="rawline"/>
            </a:endParaRPr>
          </a:p>
          <a:p>
            <a:pPr marL="342900" indent="-342900" algn="l">
              <a:buFont typeface="Arial" panose="020B0604020202020204" pitchFamily="34" charset="0"/>
              <a:buChar char="•"/>
            </a:pPr>
            <a:r>
              <a:rPr lang="pt-BR" sz="1800" b="0" i="0" dirty="0">
                <a:effectLst/>
                <a:latin typeface="rawline"/>
              </a:rPr>
              <a:t>O sangue doado é utilizado no tratamento de pessoas com doenças hematológicas variadas, como doença falciforme e talassemia, além de doenças crônicas, como câncer, pessoas que se submetem a cirurgias eletivas de grande porte, transplantes e para situações de urgências, emergências e calamidades.</a:t>
            </a:r>
          </a:p>
          <a:p>
            <a:pPr marL="342900" indent="-342900" algn="l">
              <a:buFont typeface="Arial" panose="020B0604020202020204" pitchFamily="34" charset="0"/>
              <a:buChar char="•"/>
            </a:pPr>
            <a:r>
              <a:rPr lang="pt-BR" sz="1800" b="0" i="0" dirty="0">
                <a:effectLst/>
                <a:latin typeface="rawline"/>
              </a:rPr>
              <a:t>Quanto mais pessoas doando melhor e maiores as chances de manter os estoques de sangue sempre em níveis seguros.</a:t>
            </a:r>
          </a:p>
          <a:p>
            <a:pPr marL="342900" indent="-342900" algn="l">
              <a:buFont typeface="Arial" panose="020B0604020202020204" pitchFamily="34" charset="0"/>
              <a:buChar char="•"/>
            </a:pPr>
            <a:r>
              <a:rPr lang="pt-BR" sz="1800" b="0" i="0" dirty="0">
                <a:effectLst/>
                <a:latin typeface="arial" panose="020B0604020202020204" pitchFamily="34" charset="0"/>
              </a:rPr>
              <a:t>vantagens para os doadores regulares de sangue. Existem leis que isentam da taxa de inscrição os doadores de sangue que quiserem prestar concursos públicos;</a:t>
            </a:r>
            <a:endParaRPr lang="pt-BR" sz="1800" dirty="0"/>
          </a:p>
        </p:txBody>
      </p:sp>
      <p:pic>
        <p:nvPicPr>
          <p:cNvPr id="6" name="Imagem 5">
            <a:extLst>
              <a:ext uri="{FF2B5EF4-FFF2-40B4-BE49-F238E27FC236}">
                <a16:creationId xmlns:a16="http://schemas.microsoft.com/office/drawing/2014/main" id="{CFF00F2E-C8E9-401D-A6EC-362DE3C193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4959" y="1378226"/>
            <a:ext cx="5409580" cy="3605660"/>
          </a:xfrm>
          <a:prstGeom prst="rect">
            <a:avLst/>
          </a:prstGeom>
        </p:spPr>
      </p:pic>
    </p:spTree>
    <p:extLst>
      <p:ext uri="{BB962C8B-B14F-4D97-AF65-F5344CB8AC3E}">
        <p14:creationId xmlns:p14="http://schemas.microsoft.com/office/powerpoint/2010/main" val="2949507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980F05DE-3D05-4A12-B904-1F7F45313A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9" y="-15537"/>
            <a:ext cx="12192000" cy="6858000"/>
          </a:xfrm>
          <a:prstGeom prst="rect">
            <a:avLst/>
          </a:prstGeom>
        </p:spPr>
      </p:pic>
      <p:sp>
        <p:nvSpPr>
          <p:cNvPr id="3" name="Subtítulo 2">
            <a:extLst>
              <a:ext uri="{FF2B5EF4-FFF2-40B4-BE49-F238E27FC236}">
                <a16:creationId xmlns:a16="http://schemas.microsoft.com/office/drawing/2014/main" id="{F161CBB0-B8D0-4FDF-946E-DB8433784399}"/>
              </a:ext>
            </a:extLst>
          </p:cNvPr>
          <p:cNvSpPr>
            <a:spLocks noGrp="1"/>
          </p:cNvSpPr>
          <p:nvPr>
            <p:ph type="subTitle" idx="1"/>
          </p:nvPr>
        </p:nvSpPr>
        <p:spPr>
          <a:xfrm>
            <a:off x="6575564" y="2103154"/>
            <a:ext cx="5606497" cy="2620617"/>
          </a:xfrm>
        </p:spPr>
        <p:txBody>
          <a:bodyPr>
            <a:normAutofit/>
          </a:bodyPr>
          <a:lstStyle/>
          <a:p>
            <a:pPr marL="342900" indent="-342900" algn="l">
              <a:buFont typeface="Arial" panose="020B0604020202020204" pitchFamily="34" charset="0"/>
              <a:buChar char="•"/>
            </a:pPr>
            <a:r>
              <a:rPr lang="pt-BR" dirty="0"/>
              <a:t>Exame de sangue incluso;</a:t>
            </a:r>
          </a:p>
          <a:p>
            <a:pPr marL="342900" indent="-342900" algn="l">
              <a:buFont typeface="Arial" panose="020B0604020202020204" pitchFamily="34" charset="0"/>
              <a:buChar char="•"/>
            </a:pPr>
            <a:r>
              <a:rPr lang="pt-BR" dirty="0"/>
              <a:t>Menos risco de câncer. ...</a:t>
            </a:r>
          </a:p>
          <a:p>
            <a:pPr marL="342900" indent="-342900" algn="l">
              <a:buFont typeface="Arial" panose="020B0604020202020204" pitchFamily="34" charset="0"/>
              <a:buChar char="•"/>
            </a:pPr>
            <a:r>
              <a:rPr lang="pt-BR" dirty="0"/>
              <a:t>Check-up totalmente gratuito. ...</a:t>
            </a:r>
          </a:p>
          <a:p>
            <a:pPr marL="342900" indent="-342900" algn="l">
              <a:buFont typeface="Arial" panose="020B0604020202020204" pitchFamily="34" charset="0"/>
              <a:buChar char="•"/>
            </a:pPr>
            <a:r>
              <a:rPr lang="pt-BR" dirty="0"/>
              <a:t>Um merecido dia de folga</a:t>
            </a:r>
          </a:p>
          <a:p>
            <a:pPr marL="342900" indent="-342900" algn="l">
              <a:buFont typeface="Arial" panose="020B0604020202020204" pitchFamily="34" charset="0"/>
              <a:buChar char="•"/>
            </a:pPr>
            <a:endParaRPr lang="pt-BR" sz="1800" dirty="0"/>
          </a:p>
        </p:txBody>
      </p:sp>
      <p:pic>
        <p:nvPicPr>
          <p:cNvPr id="6" name="Imagem 5">
            <a:extLst>
              <a:ext uri="{FF2B5EF4-FFF2-40B4-BE49-F238E27FC236}">
                <a16:creationId xmlns:a16="http://schemas.microsoft.com/office/drawing/2014/main" id="{CFF00F2E-C8E9-401D-A6EC-362DE3C193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4959" y="1378226"/>
            <a:ext cx="5409580" cy="3605660"/>
          </a:xfrm>
          <a:prstGeom prst="rect">
            <a:avLst/>
          </a:prstGeom>
        </p:spPr>
      </p:pic>
    </p:spTree>
    <p:extLst>
      <p:ext uri="{BB962C8B-B14F-4D97-AF65-F5344CB8AC3E}">
        <p14:creationId xmlns:p14="http://schemas.microsoft.com/office/powerpoint/2010/main" val="2727725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980F05DE-3D05-4A12-B904-1F7F45313A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9" y="-15537"/>
            <a:ext cx="12192000" cy="6858000"/>
          </a:xfrm>
          <a:prstGeom prst="rect">
            <a:avLst/>
          </a:prstGeom>
        </p:spPr>
      </p:pic>
      <p:sp>
        <p:nvSpPr>
          <p:cNvPr id="2" name="Título 1">
            <a:extLst>
              <a:ext uri="{FF2B5EF4-FFF2-40B4-BE49-F238E27FC236}">
                <a16:creationId xmlns:a16="http://schemas.microsoft.com/office/drawing/2014/main" id="{BC85C2FD-2483-4722-87E3-660905D98AB6}"/>
              </a:ext>
            </a:extLst>
          </p:cNvPr>
          <p:cNvSpPr>
            <a:spLocks noGrp="1"/>
          </p:cNvSpPr>
          <p:nvPr>
            <p:ph type="ctrTitle"/>
          </p:nvPr>
        </p:nvSpPr>
        <p:spPr>
          <a:xfrm>
            <a:off x="1533939" y="194711"/>
            <a:ext cx="9144000" cy="799202"/>
          </a:xfrm>
        </p:spPr>
        <p:txBody>
          <a:bodyPr>
            <a:normAutofit fontScale="90000"/>
          </a:bodyPr>
          <a:lstStyle/>
          <a:p>
            <a:r>
              <a:rPr lang="pt-BR" dirty="0"/>
              <a:t>Fonte </a:t>
            </a:r>
          </a:p>
        </p:txBody>
      </p:sp>
      <p:sp>
        <p:nvSpPr>
          <p:cNvPr id="3" name="Subtítulo 2">
            <a:extLst>
              <a:ext uri="{FF2B5EF4-FFF2-40B4-BE49-F238E27FC236}">
                <a16:creationId xmlns:a16="http://schemas.microsoft.com/office/drawing/2014/main" id="{F161CBB0-B8D0-4FDF-946E-DB8433784399}"/>
              </a:ext>
            </a:extLst>
          </p:cNvPr>
          <p:cNvSpPr>
            <a:spLocks noGrp="1"/>
          </p:cNvSpPr>
          <p:nvPr>
            <p:ph type="subTitle" idx="1"/>
          </p:nvPr>
        </p:nvSpPr>
        <p:spPr>
          <a:xfrm>
            <a:off x="1524000" y="1204161"/>
            <a:ext cx="9144000" cy="1655762"/>
          </a:xfrm>
        </p:spPr>
        <p:txBody>
          <a:bodyPr>
            <a:normAutofit fontScale="70000" lnSpcReduction="20000"/>
          </a:bodyPr>
          <a:lstStyle/>
          <a:p>
            <a:r>
              <a:rPr lang="pt-BR" dirty="0">
                <a:hlinkClick r:id="rId3"/>
              </a:rPr>
              <a:t>https://www.gov.br/pt-br/noticias/</a:t>
            </a:r>
            <a:r>
              <a:rPr lang="pt-BR" dirty="0" err="1">
                <a:hlinkClick r:id="rId3"/>
              </a:rPr>
              <a:t>saude</a:t>
            </a:r>
            <a:r>
              <a:rPr lang="pt-BR" dirty="0">
                <a:hlinkClick r:id="rId3"/>
              </a:rPr>
              <a:t>-e-</a:t>
            </a:r>
            <a:r>
              <a:rPr lang="pt-BR" dirty="0" err="1">
                <a:hlinkClick r:id="rId3"/>
              </a:rPr>
              <a:t>vigilancia</a:t>
            </a:r>
            <a:r>
              <a:rPr lang="pt-BR" dirty="0">
                <a:hlinkClick r:id="rId3"/>
              </a:rPr>
              <a:t>-</a:t>
            </a:r>
            <a:r>
              <a:rPr lang="pt-BR" dirty="0" err="1">
                <a:hlinkClick r:id="rId3"/>
              </a:rPr>
              <a:t>sanitaria</a:t>
            </a:r>
            <a:r>
              <a:rPr lang="pt-BR" dirty="0">
                <a:hlinkClick r:id="rId3"/>
              </a:rPr>
              <a:t>/2021/11/governo-federal-</a:t>
            </a:r>
            <a:r>
              <a:rPr lang="pt-BR" dirty="0" err="1">
                <a:hlinkClick r:id="rId3"/>
              </a:rPr>
              <a:t>reforca</a:t>
            </a:r>
            <a:r>
              <a:rPr lang="pt-BR" dirty="0">
                <a:hlinkClick r:id="rId3"/>
              </a:rPr>
              <a:t>-</a:t>
            </a:r>
            <a:r>
              <a:rPr lang="pt-BR" dirty="0" err="1">
                <a:hlinkClick r:id="rId3"/>
              </a:rPr>
              <a:t>importancia</a:t>
            </a:r>
            <a:r>
              <a:rPr lang="pt-BR" dirty="0">
                <a:hlinkClick r:id="rId3"/>
              </a:rPr>
              <a:t>-da-</a:t>
            </a:r>
            <a:r>
              <a:rPr lang="pt-BR" dirty="0" err="1">
                <a:hlinkClick r:id="rId3"/>
              </a:rPr>
              <a:t>doacao</a:t>
            </a:r>
            <a:r>
              <a:rPr lang="pt-BR" dirty="0">
                <a:hlinkClick r:id="rId3"/>
              </a:rPr>
              <a:t>-</a:t>
            </a:r>
            <a:r>
              <a:rPr lang="pt-BR" dirty="0" err="1">
                <a:hlinkClick r:id="rId3"/>
              </a:rPr>
              <a:t>de-sangue</a:t>
            </a:r>
            <a:r>
              <a:rPr lang="pt-BR" dirty="0">
                <a:hlinkClick r:id="rId3"/>
              </a:rPr>
              <a:t>#:~:text=O%20sangue%20doado%20%C3%A9%20utilizado,de%20urg%C3%AAncias%2C%20emerg%C3%AAncias%20e%20calamidades</a:t>
            </a:r>
            <a:r>
              <a:rPr lang="pt-BR" dirty="0"/>
              <a:t>.</a:t>
            </a:r>
          </a:p>
          <a:p>
            <a:endParaRPr lang="pt-BR" dirty="0"/>
          </a:p>
          <a:p>
            <a:r>
              <a:rPr lang="pt-BR" dirty="0">
                <a:hlinkClick r:id="rId4"/>
              </a:rPr>
              <a:t>https://www.cellerafarma.com.br/bem-estar/conheca-alguns-beneficios-para-quem-e-doador-de-sangue</a:t>
            </a:r>
            <a:endParaRPr lang="pt-BR" dirty="0"/>
          </a:p>
          <a:p>
            <a:endParaRPr lang="pt-BR" dirty="0"/>
          </a:p>
          <a:p>
            <a:endParaRPr lang="pt-BR" dirty="0"/>
          </a:p>
        </p:txBody>
      </p:sp>
    </p:spTree>
    <p:extLst>
      <p:ext uri="{BB962C8B-B14F-4D97-AF65-F5344CB8AC3E}">
        <p14:creationId xmlns:p14="http://schemas.microsoft.com/office/powerpoint/2010/main" val="3349541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980F05DE-3D05-4A12-B904-1F7F45313A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BC85C2FD-2483-4722-87E3-660905D98AB6}"/>
              </a:ext>
            </a:extLst>
          </p:cNvPr>
          <p:cNvSpPr>
            <a:spLocks noGrp="1"/>
          </p:cNvSpPr>
          <p:nvPr>
            <p:ph type="ctrTitle"/>
          </p:nvPr>
        </p:nvSpPr>
        <p:spPr>
          <a:xfrm>
            <a:off x="1533939" y="194711"/>
            <a:ext cx="9144000" cy="799202"/>
          </a:xfrm>
        </p:spPr>
        <p:txBody>
          <a:bodyPr>
            <a:normAutofit fontScale="90000"/>
          </a:bodyPr>
          <a:lstStyle/>
          <a:p>
            <a:r>
              <a:rPr lang="pt-BR" dirty="0"/>
              <a:t>Fonte </a:t>
            </a:r>
          </a:p>
        </p:txBody>
      </p:sp>
      <p:sp>
        <p:nvSpPr>
          <p:cNvPr id="3" name="Subtítulo 2">
            <a:extLst>
              <a:ext uri="{FF2B5EF4-FFF2-40B4-BE49-F238E27FC236}">
                <a16:creationId xmlns:a16="http://schemas.microsoft.com/office/drawing/2014/main" id="{F161CBB0-B8D0-4FDF-946E-DB8433784399}"/>
              </a:ext>
            </a:extLst>
          </p:cNvPr>
          <p:cNvSpPr>
            <a:spLocks noGrp="1"/>
          </p:cNvSpPr>
          <p:nvPr>
            <p:ph type="subTitle" idx="1"/>
          </p:nvPr>
        </p:nvSpPr>
        <p:spPr>
          <a:xfrm>
            <a:off x="1524000" y="1204161"/>
            <a:ext cx="9144000" cy="4507526"/>
          </a:xfrm>
        </p:spPr>
        <p:txBody>
          <a:bodyPr>
            <a:normAutofit fontScale="92500" lnSpcReduction="20000"/>
          </a:bodyPr>
          <a:lstStyle/>
          <a:p>
            <a:pPr marL="285750" indent="-285750" algn="l">
              <a:lnSpc>
                <a:spcPct val="107000"/>
              </a:lnSpc>
              <a:spcAft>
                <a:spcPts val="800"/>
              </a:spcAft>
              <a:buFont typeface="Arial" panose="020B0604020202020204" pitchFamily="34" charset="0"/>
              <a:buChar char="•"/>
            </a:pPr>
            <a:r>
              <a:rPr lang="pt-BR" sz="1800" dirty="0">
                <a:effectLst/>
                <a:latin typeface="Bahnschrift" panose="020B0502040204020203" pitchFamily="34" charset="0"/>
                <a:ea typeface="Calibri" panose="020F0502020204030204" pitchFamily="34" charset="0"/>
                <a:cs typeface="Times New Roman" panose="02020603050405020304" pitchFamily="18" charset="0"/>
              </a:rPr>
              <a:t>Voto impresso </a:t>
            </a:r>
          </a:p>
          <a:p>
            <a:pPr marL="285750" indent="-285750" algn="l">
              <a:lnSpc>
                <a:spcPct val="107000"/>
              </a:lnSpc>
              <a:spcAft>
                <a:spcPts val="800"/>
              </a:spcAft>
              <a:buFont typeface="Arial" panose="020B0604020202020204" pitchFamily="34" charset="0"/>
              <a:buChar char="•"/>
            </a:pPr>
            <a:r>
              <a:rPr lang="pt-BR" sz="1800" dirty="0">
                <a:effectLst/>
                <a:latin typeface="Bahnschrift" panose="020B0502040204020203" pitchFamily="34" charset="0"/>
                <a:ea typeface="Calibri" panose="020F0502020204030204" pitchFamily="34" charset="0"/>
                <a:cs typeface="Times New Roman" panose="02020603050405020304" pitchFamily="18" charset="0"/>
              </a:rPr>
              <a:t>Valorização às artes e à cultura </a:t>
            </a:r>
          </a:p>
          <a:p>
            <a:pPr marL="285750" indent="-285750" algn="l">
              <a:lnSpc>
                <a:spcPct val="107000"/>
              </a:lnSpc>
              <a:spcAft>
                <a:spcPts val="800"/>
              </a:spcAft>
              <a:buFont typeface="Arial" panose="020B0604020202020204" pitchFamily="34" charset="0"/>
              <a:buChar char="•"/>
            </a:pPr>
            <a:r>
              <a:rPr lang="pt-BR" sz="1800" dirty="0">
                <a:effectLst/>
                <a:latin typeface="Bahnschrift" panose="020B0502040204020203" pitchFamily="34" charset="0"/>
                <a:ea typeface="Calibri" panose="020F0502020204030204" pitchFamily="34" charset="0"/>
                <a:cs typeface="Times New Roman" panose="02020603050405020304" pitchFamily="18" charset="0"/>
              </a:rPr>
              <a:t>Racismo </a:t>
            </a:r>
          </a:p>
          <a:p>
            <a:pPr marL="285750" indent="-285750" algn="l">
              <a:lnSpc>
                <a:spcPct val="107000"/>
              </a:lnSpc>
              <a:spcAft>
                <a:spcPts val="800"/>
              </a:spcAft>
              <a:buFont typeface="Arial" panose="020B0604020202020204" pitchFamily="34" charset="0"/>
              <a:buChar char="•"/>
            </a:pPr>
            <a:r>
              <a:rPr lang="pt-BR" sz="1800" dirty="0">
                <a:effectLst/>
                <a:latin typeface="Bahnschrift" panose="020B0502040204020203" pitchFamily="34" charset="0"/>
                <a:ea typeface="Calibri" panose="020F0502020204030204" pitchFamily="34" charset="0"/>
                <a:cs typeface="Times New Roman" panose="02020603050405020304" pitchFamily="18" charset="0"/>
              </a:rPr>
              <a:t>Aumento dos preços dos combustíveis </a:t>
            </a:r>
          </a:p>
          <a:p>
            <a:pPr marL="285750" indent="-285750" algn="l">
              <a:lnSpc>
                <a:spcPct val="107000"/>
              </a:lnSpc>
              <a:spcAft>
                <a:spcPts val="800"/>
              </a:spcAft>
              <a:buFont typeface="Arial" panose="020B0604020202020204" pitchFamily="34" charset="0"/>
              <a:buChar char="•"/>
            </a:pPr>
            <a:r>
              <a:rPr lang="pt-BR" sz="1800" dirty="0">
                <a:effectLst/>
                <a:latin typeface="Bahnschrift" panose="020B0502040204020203" pitchFamily="34" charset="0"/>
                <a:ea typeface="Calibri" panose="020F0502020204030204" pitchFamily="34" charset="0"/>
                <a:cs typeface="Times New Roman" panose="02020603050405020304" pitchFamily="18" charset="0"/>
              </a:rPr>
              <a:t>Adoção de animais domésticos em situação de rua </a:t>
            </a:r>
          </a:p>
          <a:p>
            <a:pPr marL="285750" indent="-285750" algn="l">
              <a:lnSpc>
                <a:spcPct val="107000"/>
              </a:lnSpc>
              <a:spcAft>
                <a:spcPts val="800"/>
              </a:spcAft>
              <a:buFont typeface="Arial" panose="020B0604020202020204" pitchFamily="34" charset="0"/>
              <a:buChar char="•"/>
            </a:pPr>
            <a:r>
              <a:rPr lang="pt-BR" sz="1800" dirty="0">
                <a:effectLst/>
                <a:latin typeface="Bahnschrift" panose="020B0502040204020203" pitchFamily="34" charset="0"/>
                <a:ea typeface="Calibri" panose="020F0502020204030204" pitchFamily="34" charset="0"/>
                <a:cs typeface="Times New Roman" panose="02020603050405020304" pitchFamily="18" charset="0"/>
              </a:rPr>
              <a:t>Recuperação mundial pós pandemia</a:t>
            </a:r>
          </a:p>
          <a:p>
            <a:pPr marL="285750" indent="-285750" algn="l">
              <a:lnSpc>
                <a:spcPct val="107000"/>
              </a:lnSpc>
              <a:spcAft>
                <a:spcPts val="800"/>
              </a:spcAft>
              <a:buFont typeface="Arial" panose="020B0604020202020204" pitchFamily="34" charset="0"/>
              <a:buChar char="•"/>
            </a:pPr>
            <a:r>
              <a:rPr lang="pt-BR" sz="1800" dirty="0">
                <a:effectLst/>
                <a:latin typeface="Bahnschrift" panose="020B0502040204020203" pitchFamily="34" charset="0"/>
                <a:ea typeface="Calibri" panose="020F0502020204030204" pitchFamily="34" charset="0"/>
                <a:cs typeface="Times New Roman" panose="02020603050405020304" pitchFamily="18" charset="0"/>
              </a:rPr>
              <a:t>A importância da cidadania – campanha para fazer o título </a:t>
            </a:r>
          </a:p>
          <a:p>
            <a:pPr marL="285750" indent="-285750" algn="l">
              <a:lnSpc>
                <a:spcPct val="107000"/>
              </a:lnSpc>
              <a:spcAft>
                <a:spcPts val="800"/>
              </a:spcAft>
              <a:buFont typeface="Arial" panose="020B0604020202020204" pitchFamily="34" charset="0"/>
              <a:buChar char="•"/>
            </a:pPr>
            <a:r>
              <a:rPr lang="pt-BR" sz="1800" dirty="0">
                <a:effectLst/>
                <a:latin typeface="Bahnschrift" panose="020B0502040204020203" pitchFamily="34" charset="0"/>
                <a:ea typeface="Calibri" panose="020F0502020204030204" pitchFamily="34" charset="0"/>
                <a:cs typeface="Times New Roman" panose="02020603050405020304" pitchFamily="18" charset="0"/>
              </a:rPr>
              <a:t>LGBTfobia no Ceará </a:t>
            </a:r>
          </a:p>
          <a:p>
            <a:pPr marL="285750" indent="-285750" algn="l">
              <a:lnSpc>
                <a:spcPct val="107000"/>
              </a:lnSpc>
              <a:spcAft>
                <a:spcPts val="800"/>
              </a:spcAft>
              <a:buFont typeface="Arial" panose="020B0604020202020204" pitchFamily="34" charset="0"/>
              <a:buChar char="•"/>
            </a:pPr>
            <a:r>
              <a:rPr lang="pt-BR" sz="1800" dirty="0">
                <a:effectLst/>
                <a:latin typeface="Bahnschrift" panose="020B0502040204020203" pitchFamily="34" charset="0"/>
                <a:ea typeface="Calibri" panose="020F0502020204030204" pitchFamily="34" charset="0"/>
                <a:cs typeface="Times New Roman" panose="02020603050405020304" pitchFamily="18" charset="0"/>
              </a:rPr>
              <a:t>Guerra </a:t>
            </a:r>
          </a:p>
          <a:p>
            <a:pPr marL="285750" indent="-285750" algn="l">
              <a:lnSpc>
                <a:spcPct val="107000"/>
              </a:lnSpc>
              <a:spcAft>
                <a:spcPts val="800"/>
              </a:spcAft>
              <a:buFont typeface="Arial" panose="020B0604020202020204" pitchFamily="34" charset="0"/>
              <a:buChar char="•"/>
            </a:pPr>
            <a:r>
              <a:rPr lang="pt-BR" sz="1800" dirty="0">
                <a:effectLst/>
                <a:latin typeface="Bahnschrift" panose="020B0502040204020203" pitchFamily="34" charset="0"/>
                <a:ea typeface="Calibri" panose="020F0502020204030204" pitchFamily="34" charset="0"/>
                <a:cs typeface="Times New Roman" panose="02020603050405020304" pitchFamily="18" charset="0"/>
              </a:rPr>
              <a:t>A importância do esporte na transformação de vida das pessoas</a:t>
            </a:r>
          </a:p>
          <a:p>
            <a:endParaRPr lang="pt-BR" dirty="0"/>
          </a:p>
          <a:p>
            <a:endParaRPr lang="pt-BR" dirty="0"/>
          </a:p>
        </p:txBody>
      </p:sp>
    </p:spTree>
    <p:extLst>
      <p:ext uri="{BB962C8B-B14F-4D97-AF65-F5344CB8AC3E}">
        <p14:creationId xmlns:p14="http://schemas.microsoft.com/office/powerpoint/2010/main" val="1930115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85C2FD-2483-4722-87E3-660905D98AB6}"/>
              </a:ext>
            </a:extLst>
          </p:cNvPr>
          <p:cNvSpPr>
            <a:spLocks noGrp="1"/>
          </p:cNvSpPr>
          <p:nvPr>
            <p:ph type="ctrTitle"/>
          </p:nvPr>
        </p:nvSpPr>
        <p:spPr/>
        <p:txBody>
          <a:bodyPr/>
          <a:lstStyle/>
          <a:p>
            <a:endParaRPr lang="pt-BR"/>
          </a:p>
        </p:txBody>
      </p:sp>
      <p:sp>
        <p:nvSpPr>
          <p:cNvPr id="3" name="Subtítulo 2">
            <a:extLst>
              <a:ext uri="{FF2B5EF4-FFF2-40B4-BE49-F238E27FC236}">
                <a16:creationId xmlns:a16="http://schemas.microsoft.com/office/drawing/2014/main" id="{F161CBB0-B8D0-4FDF-946E-DB8433784399}"/>
              </a:ext>
            </a:extLst>
          </p:cNvPr>
          <p:cNvSpPr>
            <a:spLocks noGrp="1"/>
          </p:cNvSpPr>
          <p:nvPr>
            <p:ph type="subTitle" idx="1"/>
          </p:nvPr>
        </p:nvSpPr>
        <p:spPr/>
        <p:txBody>
          <a:bodyPr/>
          <a:lstStyle/>
          <a:p>
            <a:endParaRPr lang="pt-BR"/>
          </a:p>
        </p:txBody>
      </p:sp>
      <p:pic>
        <p:nvPicPr>
          <p:cNvPr id="4" name="Imagem 3">
            <a:extLst>
              <a:ext uri="{FF2B5EF4-FFF2-40B4-BE49-F238E27FC236}">
                <a16:creationId xmlns:a16="http://schemas.microsoft.com/office/drawing/2014/main" id="{980F05DE-3D05-4A12-B904-1F7F45313A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9" y="-15537"/>
            <a:ext cx="12192000" cy="6858000"/>
          </a:xfrm>
          <a:prstGeom prst="rect">
            <a:avLst/>
          </a:prstGeom>
        </p:spPr>
      </p:pic>
      <p:pic>
        <p:nvPicPr>
          <p:cNvPr id="8" name="Imagem 7">
            <a:extLst>
              <a:ext uri="{FF2B5EF4-FFF2-40B4-BE49-F238E27FC236}">
                <a16:creationId xmlns:a16="http://schemas.microsoft.com/office/drawing/2014/main" id="{606F668B-7EA5-4766-B0AE-D45B02F05B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6870" y="685800"/>
            <a:ext cx="4876800" cy="4876800"/>
          </a:xfrm>
          <a:prstGeom prst="rect">
            <a:avLst/>
          </a:prstGeom>
          <a:ln w="38100" cap="sq">
            <a:solidFill>
              <a:schemeClr val="accent1"/>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50469165"/>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TotalTime>
  <Words>835</Words>
  <Application>Microsoft Office PowerPoint</Application>
  <PresentationFormat>Widescreen</PresentationFormat>
  <Paragraphs>54</Paragraphs>
  <Slides>14</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14</vt:i4>
      </vt:variant>
    </vt:vector>
  </HeadingPairs>
  <TitlesOfParts>
    <vt:vector size="21" baseType="lpstr">
      <vt:lpstr>Arial</vt:lpstr>
      <vt:lpstr>Arial</vt:lpstr>
      <vt:lpstr>Bahnschrift</vt:lpstr>
      <vt:lpstr>Calibri</vt:lpstr>
      <vt:lpstr>Calibri Light</vt:lpstr>
      <vt:lpstr>rawline</vt:lpstr>
      <vt:lpstr>Tema do Office</vt:lpstr>
      <vt:lpstr>Apresentação do PowerPoint</vt:lpstr>
      <vt:lpstr>Apresentação do PowerPoint</vt:lpstr>
      <vt:lpstr>Apresentação do PowerPoint</vt:lpstr>
      <vt:lpstr>Apresentação do PowerPoint</vt:lpstr>
      <vt:lpstr>Fonte </vt:lpstr>
      <vt:lpstr>Apresentação do PowerPoint</vt:lpstr>
      <vt:lpstr>Apresentação do PowerPoint</vt:lpstr>
      <vt:lpstr>Fonte </vt:lpstr>
      <vt:lpstr>Apresentação do PowerPoint</vt:lpstr>
      <vt:lpstr>Apresentação do PowerPoint</vt:lpstr>
      <vt:lpstr>Apresentação do PowerPoint</vt:lpstr>
      <vt:lpstr>Fonte </vt:lpstr>
      <vt:lpstr>Fonte </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Alania Mara Almeida</dc:creator>
  <cp:lastModifiedBy>Alania Mara Almeida</cp:lastModifiedBy>
  <cp:revision>2</cp:revision>
  <dcterms:created xsi:type="dcterms:W3CDTF">2022-05-20T19:54:05Z</dcterms:created>
  <dcterms:modified xsi:type="dcterms:W3CDTF">2022-05-20T23:36:09Z</dcterms:modified>
</cp:coreProperties>
</file>